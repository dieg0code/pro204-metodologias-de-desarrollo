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64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36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7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2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19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42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47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52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15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4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35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89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9D0630-015E-74A1-DB21-E02E0F6A6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0420" y="1387927"/>
            <a:ext cx="3212502" cy="19427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Metodologías de Desarrollo de Software</a:t>
            </a:r>
          </a:p>
        </p:txBody>
      </p:sp>
      <p:pic>
        <p:nvPicPr>
          <p:cNvPr id="4" name="Picture 3" descr="Script de ordenador en una pantalla">
            <a:extLst>
              <a:ext uri="{FF2B5EF4-FFF2-40B4-BE49-F238E27FC236}">
                <a16:creationId xmlns:a16="http://schemas.microsoft.com/office/drawing/2014/main" id="{08FE5704-DF9F-C8A1-70EF-44EC8C22B0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826" b="-1"/>
          <a:stretch>
            <a:fillRect/>
          </a:stretch>
        </p:blipFill>
        <p:spPr>
          <a:xfrm>
            <a:off x="20" y="10"/>
            <a:ext cx="7723393" cy="685799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A0C6F90F-E777-33EE-3304-C2BFBB6AC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0420" y="3412998"/>
            <a:ext cx="3212502" cy="276736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Unidad 01: Metodologías de Desarrollo Tradicionales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Fecha: Martes 21 de Octubre de 2025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Duración: 2 horas (8:30 - 10:30)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</a:rPr>
              <a:t>Docente: Diego Obando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65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0F98D69-88EC-9088-6E3E-2CB20B3F8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56" y="585558"/>
            <a:ext cx="9948687" cy="568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601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B58B77B-0C32-4932-FE0E-6D45B6A3F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92" y="1776182"/>
            <a:ext cx="11222016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41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42373EF-EDF1-4CF0-55AD-DE6F28180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8" y="1327400"/>
            <a:ext cx="10676344" cy="420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644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B7935B83-1AD9-D574-EECB-9851B331B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84" y="1067647"/>
            <a:ext cx="10688832" cy="472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934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0DCEFD5D-8F55-916F-7ABA-7EB0BF9ED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02" y="718759"/>
            <a:ext cx="11431595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16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40D6ADD-3275-6BFF-98BD-BD1A113F5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12" y="1209365"/>
            <a:ext cx="11822175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031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arta, Correo electrónico&#10;&#10;Descripción generada automáticamente">
            <a:extLst>
              <a:ext uri="{FF2B5EF4-FFF2-40B4-BE49-F238E27FC236}">
                <a16:creationId xmlns:a16="http://schemas.microsoft.com/office/drawing/2014/main" id="{10D86D01-EBAB-35A5-B984-221BBA0FD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35" y="1800889"/>
            <a:ext cx="10574330" cy="325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17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7775B7A-506E-59DF-4878-C8DE04049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18" y="1156970"/>
            <a:ext cx="11564964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165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9619B899-C4F3-AF1F-51A6-36ADCF1CB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91" y="1137918"/>
            <a:ext cx="11946017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429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D890478A-6E52-A891-B331-E541CB838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74" y="337276"/>
            <a:ext cx="11749652" cy="618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22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82E858C6-34CF-A3CA-5196-50538AA3B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27" y="1500617"/>
            <a:ext cx="11746945" cy="385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82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88CF0B1-0320-2E7A-EC98-9428E8C29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55" y="2662130"/>
            <a:ext cx="11574490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788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 con confianza media">
            <a:extLst>
              <a:ext uri="{FF2B5EF4-FFF2-40B4-BE49-F238E27FC236}">
                <a16:creationId xmlns:a16="http://schemas.microsoft.com/office/drawing/2014/main" id="{586AF5B6-804E-BC20-10A9-EA0BA68E8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607" y="189943"/>
            <a:ext cx="7602786" cy="647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48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9ED2937-1204-C091-7ED9-41F8B7146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540" y="1351828"/>
            <a:ext cx="8042919" cy="415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00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84D61AC3-91AA-AFF1-5CF4-84011532E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987" y="154744"/>
            <a:ext cx="6284026" cy="657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06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1433093-7826-945B-BD72-571E15A02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581" y="82005"/>
            <a:ext cx="6236838" cy="669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827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C277B5D6-EEAE-0B11-EDBC-E7A9A5596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167" y="133147"/>
            <a:ext cx="7013666" cy="659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79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FF03849-E4D7-00E8-9196-1C3FB5874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06" y="326003"/>
            <a:ext cx="10434588" cy="620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293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01748D2F-A442-C107-1865-9917805AC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2" y="1018838"/>
            <a:ext cx="12003175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13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Forma&#10;&#10;Descripción generada automáticamente">
            <a:extLst>
              <a:ext uri="{FF2B5EF4-FFF2-40B4-BE49-F238E27FC236}">
                <a16:creationId xmlns:a16="http://schemas.microsoft.com/office/drawing/2014/main" id="{24F99B46-35ED-354F-CE9C-CF7498828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29" y="0"/>
            <a:ext cx="11651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841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6268707-D09B-72B5-0598-53FCE264B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21" y="231453"/>
            <a:ext cx="10647557" cy="639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760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3D136F62-91DC-8803-DA7A-1852CF5E5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90" y="2231920"/>
            <a:ext cx="10718220" cy="239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889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D4031D2-6F78-20F6-5A32-AEACE31B4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684" y="521025"/>
            <a:ext cx="8948632" cy="5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155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517E2D15-B946-41DB-8DBA-2C9B1A968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91" y="1185118"/>
            <a:ext cx="11471218" cy="44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29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F69596AF-915A-C464-0BA5-130EBF3E5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697" y="257326"/>
            <a:ext cx="8292605" cy="634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49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5FE4B3A-A8B5-384C-4506-914CA499E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64" y="471262"/>
            <a:ext cx="11196072" cy="591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439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B826542-57C2-F63F-9E7A-8A496D938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696" y="1652789"/>
            <a:ext cx="9788607" cy="355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19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63A820F-0A2C-6A9A-90AE-9A6E29BF5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522" y="209761"/>
            <a:ext cx="7316956" cy="643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521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19648FE9-B0DB-EE9A-87A0-9B43CACF8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9" y="737812"/>
            <a:ext cx="12012701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93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9881F6C-5561-5C18-7F11-E651591DC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81" y="1147444"/>
            <a:ext cx="11917438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5785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15416236-5664-7ACE-1F97-8F42D84B8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82" y="199720"/>
            <a:ext cx="9342035" cy="645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325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5347065E-25C7-9F29-F0BE-8E52A5391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6" y="761628"/>
            <a:ext cx="12050807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400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5F238DE-A8AA-E8D8-ECAE-94EC958C1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666" y="1582398"/>
            <a:ext cx="7438668" cy="369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80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55C1849-5EC5-17CD-E099-3D9229C95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276" y="591101"/>
            <a:ext cx="9249448" cy="567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604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8ADF5574-8EB0-7077-FF3D-3B4DD8365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39" y="1532549"/>
            <a:ext cx="10872121" cy="379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6178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B46DAC88-A6CF-A2E3-56E9-C5FB500EB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599" y="865799"/>
            <a:ext cx="9374801" cy="512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944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E8BB3B1B-293A-9666-4ED6-0BD2AF97A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679" y="1093348"/>
            <a:ext cx="9102642" cy="467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520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de la pantalla de un celular con texto&#10;&#10;Descripción generada automáticamente con confianza media">
            <a:extLst>
              <a:ext uri="{FF2B5EF4-FFF2-40B4-BE49-F238E27FC236}">
                <a16:creationId xmlns:a16="http://schemas.microsoft.com/office/drawing/2014/main" id="{142A26A1-93C5-6405-7131-19EE6B599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20" y="1949326"/>
            <a:ext cx="11559159" cy="295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8426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F8514CD6-5ADC-F0AD-E7E9-912091D6E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23" y="580627"/>
            <a:ext cx="11488753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858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 con confianza media">
            <a:extLst>
              <a:ext uri="{FF2B5EF4-FFF2-40B4-BE49-F238E27FC236}">
                <a16:creationId xmlns:a16="http://schemas.microsoft.com/office/drawing/2014/main" id="{8E9FE81B-7FEC-F2BE-7F97-5F54AC983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422" y="1727839"/>
            <a:ext cx="7971155" cy="340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0142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6B6EE9E4-7BFD-768E-43FD-AD4ADB7A3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68" y="1874520"/>
            <a:ext cx="11859064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944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F3ABA046-30B8-E29A-38FB-1D467E82C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76" y="2576393"/>
            <a:ext cx="11631648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77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5C9CD10-1739-B229-842C-667225842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390" y="367564"/>
            <a:ext cx="8127219" cy="612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2382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 con confianza media">
            <a:extLst>
              <a:ext uri="{FF2B5EF4-FFF2-40B4-BE49-F238E27FC236}">
                <a16:creationId xmlns:a16="http://schemas.microsoft.com/office/drawing/2014/main" id="{A91187D3-35ED-FFE9-DA10-0D159045D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344" y="224319"/>
            <a:ext cx="7213312" cy="640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621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 con confianza media">
            <a:extLst>
              <a:ext uri="{FF2B5EF4-FFF2-40B4-BE49-F238E27FC236}">
                <a16:creationId xmlns:a16="http://schemas.microsoft.com/office/drawing/2014/main" id="{B7A3F492-6DF0-DB75-B472-937DC07CC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005" y="910729"/>
            <a:ext cx="7047990" cy="503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882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04E55971-1121-B4C3-B5D9-DC0AB0FCC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409" y="411597"/>
            <a:ext cx="8451181" cy="603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822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CF20FD3C-5FA9-87B8-FEAD-A718C9534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43" y="2504830"/>
            <a:ext cx="11669513" cy="184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219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5227D45-773A-9905-82C4-A2F4ABAF8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44" y="938658"/>
            <a:ext cx="10269311" cy="498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012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E90DE66-60B6-535E-D66D-F9D3F8FC0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363" y="470539"/>
            <a:ext cx="8657274" cy="591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715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4B8ED113-BE30-17E7-F60A-6D2649199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673" y="535131"/>
            <a:ext cx="9654654" cy="578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4872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6839D012-5E9D-A53C-685B-F2E073F99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295" y="624858"/>
            <a:ext cx="9771409" cy="560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5969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1CDF09CA-FA41-A9B4-16B7-53DDDFDBE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043" y="2081971"/>
            <a:ext cx="9447914" cy="269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554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A37964C8-51DB-DADA-16FA-96588AF38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239" y="419425"/>
            <a:ext cx="9543521" cy="60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3011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Tabla, Correo electrónico&#10;&#10;Descripción generada automáticamente">
            <a:extLst>
              <a:ext uri="{FF2B5EF4-FFF2-40B4-BE49-F238E27FC236}">
                <a16:creationId xmlns:a16="http://schemas.microsoft.com/office/drawing/2014/main" id="{AE1B891D-E53E-FC5E-A9EF-52C302126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789" y="328442"/>
            <a:ext cx="9180422" cy="620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8231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2C6A2105-DA58-6AFF-2E14-D865D51B0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707" y="817143"/>
            <a:ext cx="9890585" cy="522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8797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2DCA34ED-CFF9-5DE4-9161-692C11E23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132" y="273581"/>
            <a:ext cx="7671735" cy="631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041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1A81544-EA01-10FB-00B3-F59C6DB11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96" y="1131343"/>
            <a:ext cx="10054408" cy="459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5588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1A81544-EA01-10FB-00B3-F59C6DB11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96" y="1131343"/>
            <a:ext cx="10054408" cy="459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7879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4E119FA-BA07-1C9E-C3FE-349EDBFE0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773" y="1524464"/>
            <a:ext cx="8670453" cy="380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885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9E07C4DE-EC51-E360-8EFC-3BC95796E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08" y="1390365"/>
            <a:ext cx="11174384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4586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05100C2-23DC-5BB4-F4C9-C7F35757E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97" y="1510090"/>
            <a:ext cx="11337005" cy="383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17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D6C18B11-76CF-96CA-34CC-936E8E9AF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97" y="1690445"/>
            <a:ext cx="11507806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483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4ECE2D7-36A6-06C4-9492-A2F25FD97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054" y="914991"/>
            <a:ext cx="9465892" cy="502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590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F862D35-93C6-FFC0-FB82-BC3CCD9F5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910" y="832205"/>
            <a:ext cx="8764180" cy="519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649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912E1EA4-41C7-3D74-1BD5-108FF0A5E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49" y="718759"/>
            <a:ext cx="11831701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533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A628C464-A422-FB05-5E65-16B1D6445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868" y="1452905"/>
            <a:ext cx="9008264" cy="395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94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Correo electrónico&#10;&#10;Descripción generada automáticamente">
            <a:extLst>
              <a:ext uri="{FF2B5EF4-FFF2-40B4-BE49-F238E27FC236}">
                <a16:creationId xmlns:a16="http://schemas.microsoft.com/office/drawing/2014/main" id="{9E758B61-19F7-4DB5-3688-837AC34A8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09" y="1093345"/>
            <a:ext cx="9951381" cy="467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8442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BBF770FC-BECB-64D4-92A1-2A6CCAE1E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70" y="613969"/>
            <a:ext cx="11707859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017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C99DA32C-AB72-F921-844E-C953D81CC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70" y="1014075"/>
            <a:ext cx="11888859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487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2C23E1A-4728-8CD6-EA17-BD53BD2A9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12" y="1025388"/>
            <a:ext cx="9434976" cy="480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726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, Escala de tiempo&#10;&#10;Descripción generada automáticamente">
            <a:extLst>
              <a:ext uri="{FF2B5EF4-FFF2-40B4-BE49-F238E27FC236}">
                <a16:creationId xmlns:a16="http://schemas.microsoft.com/office/drawing/2014/main" id="{E4F2DADC-4BB2-8D9E-32E0-B864F145A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02" y="718759"/>
            <a:ext cx="11793596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943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E3E5995D-335D-E52E-3E32-7A2AB67FA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81" y="2190577"/>
            <a:ext cx="11374437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535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Tabla&#10;&#10;Descripción generada automáticamente">
            <a:extLst>
              <a:ext uri="{FF2B5EF4-FFF2-40B4-BE49-F238E27FC236}">
                <a16:creationId xmlns:a16="http://schemas.microsoft.com/office/drawing/2014/main" id="{D53DB2BA-8C13-1612-B90E-739868E0C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849" y="276861"/>
            <a:ext cx="6700301" cy="630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48983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E2B9D5D8-C88F-7911-3C13-2A263AFF4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762" y="532428"/>
            <a:ext cx="9460476" cy="579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8397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DC43B91D-4C77-429C-84EB-33C95CBC5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33" y="1018838"/>
            <a:ext cx="11698333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2367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1B64EF20-FFC4-7BB2-DF97-C592D2F7D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97" y="599680"/>
            <a:ext cx="11507806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2332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747CD9F5-775D-41E1-021C-EDC556243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00" y="2106171"/>
            <a:ext cx="10752400" cy="264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5312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Diagrama&#10;&#10;Descripción generada automáticamente">
            <a:extLst>
              <a:ext uri="{FF2B5EF4-FFF2-40B4-BE49-F238E27FC236}">
                <a16:creationId xmlns:a16="http://schemas.microsoft.com/office/drawing/2014/main" id="{9D795426-3CF6-FDAF-8A90-A1D59C646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34" y="1395128"/>
            <a:ext cx="10612331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5995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7FDD3B4-7E6E-FE54-61D2-11786F135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66" y="1190710"/>
            <a:ext cx="11114267" cy="447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4943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Diagrama, Aplicación&#10;&#10;Descripción generada automáticamente">
            <a:extLst>
              <a:ext uri="{FF2B5EF4-FFF2-40B4-BE49-F238E27FC236}">
                <a16:creationId xmlns:a16="http://schemas.microsoft.com/office/drawing/2014/main" id="{979DE637-F274-61F2-0E36-D216037F7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98" y="1212366"/>
            <a:ext cx="10397203" cy="443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0928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0A0D3B18-E44B-2F13-3028-8416F043B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147" y="899899"/>
            <a:ext cx="7863705" cy="505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037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C2A41D0E-AE26-76A1-5203-6C3D44E6A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45" y="902153"/>
            <a:ext cx="9990109" cy="505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39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33</Words>
  <Application>Microsoft Office PowerPoint</Application>
  <PresentationFormat>Panorámica</PresentationFormat>
  <Paragraphs>5</Paragraphs>
  <Slides>83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83</vt:i4>
      </vt:variant>
    </vt:vector>
  </HeadingPairs>
  <TitlesOfParts>
    <vt:vector size="86" baseType="lpstr">
      <vt:lpstr>Arial</vt:lpstr>
      <vt:lpstr>Neue Haas Grotesk Text Pro</vt:lpstr>
      <vt:lpstr>VanillaVTI</vt:lpstr>
      <vt:lpstr>Metodologías de Desarrollo de Software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Metodologías de Desarrollo de Software</dc:title>
  <dc:creator>DIEGO MATIAS OBANDO AGUILERA</dc:creator>
  <cp:lastModifiedBy>DIEGO MATIAS OBANDO AGUILERA</cp:lastModifiedBy>
  <cp:revision>1</cp:revision>
  <dcterms:created xsi:type="dcterms:W3CDTF">2025-10-21T03:58:49Z</dcterms:created>
  <dcterms:modified xsi:type="dcterms:W3CDTF">2025-10-21T04:58:36Z</dcterms:modified>
</cp:coreProperties>
</file>