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2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8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4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4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8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1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4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4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7332C2-1D12-6B0D-B910-79CE09DF7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Introducción a las Metodologías de Desarrollo de Software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5E9CC-DAFE-C6F7-9733-218501A9B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15" r="3066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F4F3ADE3-0B91-4AAA-85D3-C4D5E729E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Unidad 01: Metodologías de Desarrollo Tradicionales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Fecha: Lunes 20 de octubre de 2025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Duración: 2 horas (8:30 - 10:30)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Docente: Diego Obando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5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513E75-2A7B-2394-B86B-7ABFEF89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600"/>
              <a:t>📚 BLOQUE 1: Introducción al Módulo y Conceptos Fundamentales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86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563F540-C810-1F41-6F5C-19FE5AF14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355"/>
            <a:ext cx="12192000" cy="61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8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43068FEE-E611-3065-25C7-447DEFB60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0" y="1114102"/>
            <a:ext cx="11707859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9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834CA3F3-1950-8CBD-35D7-76747FC8B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205" y="946557"/>
            <a:ext cx="7831589" cy="49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7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321EDC7-71E7-013A-D1D2-02B9599B1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2" y="1161733"/>
            <a:ext cx="11403016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2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B21380F-5377-46CF-0ED2-9CFA5F4C0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4" y="1295102"/>
            <a:ext cx="11907912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9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FD34F0F-1729-47F3-DEDB-9A0CFDEB5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09" y="775917"/>
            <a:ext cx="9183382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3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A71E02-CFFE-A955-7AE4-B585A53E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88" y="1804761"/>
            <a:ext cx="9669224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1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F6D9A95-686E-B676-273B-B64CB2AC2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5" y="1347497"/>
            <a:ext cx="1199364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1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36AC112-F391-8569-E554-DACA9923C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98" y="1265590"/>
            <a:ext cx="9519004" cy="432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B9A2843-028E-C6D2-FFC5-7DD6F3C6B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65" y="296174"/>
            <a:ext cx="11029070" cy="626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0352D4-55EA-C027-DB9B-4047E23E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5" y="2282060"/>
            <a:ext cx="11779749" cy="114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D389A79-71AD-46AA-5804-6B6DB287A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678" y="1022693"/>
            <a:ext cx="6552643" cy="481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54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5E806C0-AFBA-3C6B-E061-E427EE573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283" y="2034835"/>
            <a:ext cx="9003434" cy="278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89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394E348-78D6-CCDF-3538-E5D18505C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67" y="1101076"/>
            <a:ext cx="7896066" cy="465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2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093C63B-FA47-4C49-6CB4-E07C1BA97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053" y="1317541"/>
            <a:ext cx="9469894" cy="422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31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B7CB004-98B5-6648-5237-5DF1EFCA6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84" y="888947"/>
            <a:ext cx="10703432" cy="50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7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141CFD6-AF09-B039-E2CB-F827D6EFB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13" y="2487663"/>
            <a:ext cx="10142573" cy="188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97F27FF-7618-FE2E-1C07-4D9D45F2D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0" y="1621718"/>
            <a:ext cx="9011480" cy="36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17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6008E2A-5528-81A6-32A2-5DB878929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1342734"/>
            <a:ext cx="1162212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51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5FFDB42-032B-76D3-58E3-864C98832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" y="1156970"/>
            <a:ext cx="1155543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28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F8720E1-AA6D-8A9B-ED63-E2398E160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3" y="1752366"/>
            <a:ext cx="11279174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84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11D7CF4-BAD1-A97C-2CC2-68B020352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46" y="985496"/>
            <a:ext cx="9192908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49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781811B-B579-9CD8-2A04-8DFE8F04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35" y="872277"/>
            <a:ext cx="6857929" cy="51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57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316F561F-7CB0-7004-3970-6FFB53679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352" y="1536757"/>
            <a:ext cx="8673296" cy="378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69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2245BB5-3380-AEEC-06E5-7144918F0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318" y="1052526"/>
            <a:ext cx="7343363" cy="47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90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7C997E75-7812-BF29-1076-8C467685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995" y="1003257"/>
            <a:ext cx="6394010" cy="485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1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3C20188-56F7-FA6E-2D38-D72593326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494" y="806831"/>
            <a:ext cx="7421011" cy="524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64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9BF8E71-DE0D-33A6-1520-917F7CF4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96" y="577257"/>
            <a:ext cx="10357607" cy="57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55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C9BF4E6-FF75-1EDB-869D-CD3A8B507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605" y="1354680"/>
            <a:ext cx="7626790" cy="414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17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7B76428-71A2-EB37-1EB7-8B761796A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620" y="1623656"/>
            <a:ext cx="8912760" cy="361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07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F58FD25D-3110-4EEA-3021-9CBFDEAB1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505" y="435457"/>
            <a:ext cx="7018989" cy="598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54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66D8689D-F05B-6345-1004-A491853C0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80" y="1890837"/>
            <a:ext cx="8290439" cy="30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8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Diagrama&#10;&#10;Descripción generada automáticamente">
            <a:extLst>
              <a:ext uri="{FF2B5EF4-FFF2-40B4-BE49-F238E27FC236}">
                <a16:creationId xmlns:a16="http://schemas.microsoft.com/office/drawing/2014/main" id="{4A9CCE45-FF7C-3950-C889-83F1A379C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06" y="52754"/>
            <a:ext cx="5507880" cy="6310663"/>
          </a:xfrm>
          <a:prstGeom prst="rect">
            <a:avLst/>
          </a:prstGeom>
        </p:spPr>
      </p:pic>
      <p:pic>
        <p:nvPicPr>
          <p:cNvPr id="12" name="Imagen 11" descr="Diagrama&#10;&#10;Descripción generada automáticamente">
            <a:extLst>
              <a:ext uri="{FF2B5EF4-FFF2-40B4-BE49-F238E27FC236}">
                <a16:creationId xmlns:a16="http://schemas.microsoft.com/office/drawing/2014/main" id="{174CD185-70AF-8E04-C80C-BC0EA925E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686" y="318206"/>
            <a:ext cx="5324243" cy="622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91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&#10;&#10;Descripción generada automáticamente">
            <a:extLst>
              <a:ext uri="{FF2B5EF4-FFF2-40B4-BE49-F238E27FC236}">
                <a16:creationId xmlns:a16="http://schemas.microsoft.com/office/drawing/2014/main" id="{D517571C-1686-AA4D-128F-834A74652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115" y="741940"/>
            <a:ext cx="7523769" cy="537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28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F1711DD1-9C8F-84D3-9AFA-6D5F45882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8" y="2297084"/>
            <a:ext cx="12069052" cy="226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378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46</Words>
  <Application>Microsoft Office PowerPoint</Application>
  <PresentationFormat>Panorámica</PresentationFormat>
  <Paragraphs>6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Calisto MT</vt:lpstr>
      <vt:lpstr>Univers Condensed</vt:lpstr>
      <vt:lpstr>ChronicleVTI</vt:lpstr>
      <vt:lpstr>Introducción a las Metodologías de Desarrollo de Software</vt:lpstr>
      <vt:lpstr>📚 BLOQUE 1: Introducción al Módulo y Conceptos Fundamentales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las Metodologías de Desarrollo de Software</dc:title>
  <dc:creator>DIEGO MATIAS OBANDO AGUILERA</dc:creator>
  <cp:lastModifiedBy>DIEGO MATIAS OBANDO AGUILERA</cp:lastModifiedBy>
  <cp:revision>1</cp:revision>
  <dcterms:created xsi:type="dcterms:W3CDTF">2025-10-20T03:15:08Z</dcterms:created>
  <dcterms:modified xsi:type="dcterms:W3CDTF">2025-10-20T03:52:25Z</dcterms:modified>
</cp:coreProperties>
</file>