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9D697-87AD-406E-BAA0-A3BB1D39ACB6}" type="datetimeFigureOut">
              <a:rPr lang="es-CL" smtClean="0"/>
              <a:t>22-10-2025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22B09-B13D-4C6C-BD6C-92D4C46853F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3441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22B09-B13D-4C6C-BD6C-92D4C46853FA}" type="slidenum">
              <a:rPr lang="es-CL" smtClean="0"/>
              <a:t>95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2395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22B09-B13D-4C6C-BD6C-92D4C46853FA}" type="slidenum">
              <a:rPr lang="es-CL" smtClean="0"/>
              <a:t>96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0195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22B09-B13D-4C6C-BD6C-92D4C46853FA}" type="slidenum">
              <a:rPr lang="es-CL" smtClean="0"/>
              <a:t>97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1797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22B09-B13D-4C6C-BD6C-92D4C46853FA}" type="slidenum">
              <a:rPr lang="es-CL" smtClean="0"/>
              <a:t>98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3865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22B09-B13D-4C6C-BD6C-92D4C46853FA}" type="slidenum">
              <a:rPr lang="es-CL" smtClean="0"/>
              <a:t>99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2768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22B09-B13D-4C6C-BD6C-92D4C46853FA}" type="slidenum">
              <a:rPr lang="es-CL" smtClean="0"/>
              <a:t>100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5575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22B09-B13D-4C6C-BD6C-92D4C46853FA}" type="slidenum">
              <a:rPr lang="es-CL" smtClean="0"/>
              <a:t>101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8602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22B09-B13D-4C6C-BD6C-92D4C46853FA}" type="slidenum">
              <a:rPr lang="es-CL" smtClean="0"/>
              <a:t>102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9759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22B09-B13D-4C6C-BD6C-92D4C46853FA}" type="slidenum">
              <a:rPr lang="es-CL" smtClean="0"/>
              <a:t>103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5970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22B09-B13D-4C6C-BD6C-92D4C46853FA}" type="slidenum">
              <a:rPr lang="es-CL" smtClean="0"/>
              <a:t>104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2460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73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3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5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1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9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321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01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50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4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5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97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87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C9AF99-B5F3-D715-301F-31D3BD668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4749" y="909638"/>
            <a:ext cx="5201121" cy="13180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Clase 03 - Semana 01 - Metodologías de Desarrollo</a:t>
            </a:r>
          </a:p>
        </p:txBody>
      </p:sp>
      <p:pic>
        <p:nvPicPr>
          <p:cNvPr id="4" name="Picture 3" descr="Una fórmula de cálculo">
            <a:extLst>
              <a:ext uri="{FF2B5EF4-FFF2-40B4-BE49-F238E27FC236}">
                <a16:creationId xmlns:a16="http://schemas.microsoft.com/office/drawing/2014/main" id="{9638060F-EBF3-2ADC-65A6-A612E97219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03" r="25346" b="-1"/>
          <a:stretch>
            <a:fillRect/>
          </a:stretch>
        </p:blipFill>
        <p:spPr>
          <a:xfrm>
            <a:off x="20" y="10"/>
            <a:ext cx="5686740" cy="685799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739" y="722376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C234D4EB-302E-25B6-2386-AEB4FB731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0838" y="2236843"/>
            <a:ext cx="5201121" cy="39319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Unidad 01: Metodologías de Desarrollo Tradicionales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Fecha: Miércoles 22 de octubre de 2025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Duración: 2.5 horas (8:30 - 10:50)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Docente: Diego Obando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09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0064E6A-18AC-ADEA-D4E9-502D114AA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12" y="880707"/>
            <a:ext cx="11822175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3E571072-ED29-55CE-2DEA-AEB24DCCE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60" y="675891"/>
            <a:ext cx="10955279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77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BFCAE50-D675-C6AC-8843-FB2E12817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7" y="799733"/>
            <a:ext cx="12079386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069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Tabla&#10;&#10;Descripción generada automáticamente">
            <a:extLst>
              <a:ext uri="{FF2B5EF4-FFF2-40B4-BE49-F238E27FC236}">
                <a16:creationId xmlns:a16="http://schemas.microsoft.com/office/drawing/2014/main" id="{346389B5-E160-B409-2106-1694F750F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81" y="1273843"/>
            <a:ext cx="10415637" cy="431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044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28F95EEB-CF68-C83F-1E17-54A0DC041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81" y="852128"/>
            <a:ext cx="11555438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169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B1F84280-0398-F6D8-CBA9-60A59BB89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60" y="1195075"/>
            <a:ext cx="11679280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670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951F54AE-0CD6-720E-8823-779852F99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588" y="351995"/>
            <a:ext cx="10846190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0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9105A623-D4AF-F3C4-8B3F-9876A9570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91" y="1018838"/>
            <a:ext cx="11946017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08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7ED2863-0EFC-CDFD-AAC8-23947A899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203" y="924579"/>
            <a:ext cx="8623594" cy="500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973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1D8EDC13-479A-CB9A-6BEE-185D469FF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54" y="2366814"/>
            <a:ext cx="11755491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783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40A2638-82C7-EE22-E1A9-C4CF80C05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035" y="1588434"/>
            <a:ext cx="9225929" cy="368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77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E6232EB0-4B52-1AA2-523F-47DDC6E14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462" y="973172"/>
            <a:ext cx="7779075" cy="491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08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7B32B2D9-70FB-CAF9-AFE9-E9FF36CCD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81" y="1399892"/>
            <a:ext cx="11193437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27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de un celular con texto&#10;&#10;Descripción generada automáticamente">
            <a:extLst>
              <a:ext uri="{FF2B5EF4-FFF2-40B4-BE49-F238E27FC236}">
                <a16:creationId xmlns:a16="http://schemas.microsoft.com/office/drawing/2014/main" id="{53AF6A29-D707-A580-B540-59F64ED94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04" y="2151918"/>
            <a:ext cx="11317991" cy="255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23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2FC43534-2352-D430-A959-207FBD3C4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02" y="766391"/>
            <a:ext cx="11793596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58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B77D6FC-012D-3D22-33B5-357EA3143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795AE6-E434-DEB2-03A8-6B413BCFC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437318"/>
            <a:ext cx="7467600" cy="38682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800"/>
              <a:t>Características Clave de Cascada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A07B3D-8AA3-9C2B-61B0-F02C9733C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94377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27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B7D42DA2-B8CE-1D46-C098-8DF929B3D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5398" y="465686"/>
            <a:ext cx="4605418" cy="612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244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AFC17537-20B7-A3CC-9636-834834EFD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340" y="1237845"/>
            <a:ext cx="8673319" cy="438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18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BA57E419-0164-035C-447D-F522B4827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81" y="1685681"/>
            <a:ext cx="11917438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029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95F7177C-56D8-8723-E2D2-699FB5976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39" y="1638050"/>
            <a:ext cx="11622122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598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48A1FC47-8D81-74C6-93EF-BC9C8062B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75" y="2147708"/>
            <a:ext cx="11812649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254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09E523E8-8980-AA67-724B-34A5579E7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02" y="0"/>
            <a:ext cx="4685271" cy="6857999"/>
          </a:xfrm>
          <a:prstGeom prst="rect">
            <a:avLst/>
          </a:prstGeom>
        </p:spPr>
      </p:pic>
      <p:pic>
        <p:nvPicPr>
          <p:cNvPr id="6" name="Imagen 5" descr="Diagrama&#10;&#10;Descripción generada automáticamente">
            <a:extLst>
              <a:ext uri="{FF2B5EF4-FFF2-40B4-BE49-F238E27FC236}">
                <a16:creationId xmlns:a16="http://schemas.microsoft.com/office/drawing/2014/main" id="{0D84453B-8DF6-9B02-89B5-5E5AA62EE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574" y="351692"/>
            <a:ext cx="6371934" cy="614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485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1579B698-1E48-0B27-7322-32BB88F4B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570" y="1770596"/>
            <a:ext cx="8912860" cy="331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320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E04033B-9FBA-AFBD-8160-7413DA033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131" y="1488186"/>
            <a:ext cx="9115738" cy="388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049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Tabla&#10;&#10;Descripción generada automáticamente">
            <a:extLst>
              <a:ext uri="{FF2B5EF4-FFF2-40B4-BE49-F238E27FC236}">
                <a16:creationId xmlns:a16="http://schemas.microsoft.com/office/drawing/2014/main" id="{E760BA81-C158-7B8C-C117-58C5D1583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730" y="424286"/>
            <a:ext cx="7562539" cy="600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41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28A1E18-79F3-8D72-3C32-17562CEF1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10" y="1732100"/>
            <a:ext cx="10002779" cy="33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36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30D86A79-CB1B-42F4-85A6-A178F44ED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37" y="1919690"/>
            <a:ext cx="8932925" cy="301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97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A7AA134E-5F51-D3AD-FDA7-FE36E2590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97" y="285762"/>
            <a:ext cx="7655806" cy="62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37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E349592-369E-5A6A-5639-40E1954AA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63" y="1581897"/>
            <a:ext cx="10302874" cy="369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377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04CE7D5B-683A-1673-031B-8F2407F5D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745" y="159345"/>
            <a:ext cx="8834510" cy="653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952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F7EA5D0-2F71-B615-3833-5DACF2B88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22" y="2681511"/>
            <a:ext cx="10721555" cy="149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8281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EA0B366-8EA9-4B28-84CF-51A71D2C5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576" y="1363182"/>
            <a:ext cx="8720847" cy="413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230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FF80868C-3453-2C6C-0873-8801C0AF0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60" y="1199839"/>
            <a:ext cx="11860280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0583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A8A84142-A4DF-AB3C-F5A8-CA988968A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424" y="1467802"/>
            <a:ext cx="8923152" cy="392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70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60C72308-2E0C-82FF-DB90-485447196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363" y="737812"/>
            <a:ext cx="6973273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732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DB77A4BD-0475-6C53-F592-939C53F36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1" y="966444"/>
            <a:ext cx="10050278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5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DBDE3B4-87A4-3C4E-7CA6-71EDD2D1D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257" y="1635785"/>
            <a:ext cx="9485485" cy="358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41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D758B95D-EFC6-CBAF-DFF7-7879B75F1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546" y="1195075"/>
            <a:ext cx="9554908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092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19F685D-98A7-8915-9871-DCFC8E2F7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450" y="1598013"/>
            <a:ext cx="9161100" cy="366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33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71CB4DEC-80F4-3189-9A75-8322FE51C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91" y="1352260"/>
            <a:ext cx="11765017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82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 con confianza media">
            <a:extLst>
              <a:ext uri="{FF2B5EF4-FFF2-40B4-BE49-F238E27FC236}">
                <a16:creationId xmlns:a16="http://schemas.microsoft.com/office/drawing/2014/main" id="{F8B89919-4E16-43FF-2FCB-E01CE21D4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54" y="1618893"/>
            <a:ext cx="10573892" cy="362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674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C0A75D8-C03A-C315-EB7E-4CCF28D4C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735" y="1309567"/>
            <a:ext cx="9332530" cy="423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2980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9C0530E-4872-9D24-5CE7-BC20BFA6D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11" y="2100521"/>
            <a:ext cx="11563377" cy="265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4588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A37A2A7-E8BF-C541-6ED4-3559392B7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021" y="1783222"/>
            <a:ext cx="8031957" cy="329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632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2854E387-DE85-337B-FA48-BF1766F2B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213" y="1526846"/>
            <a:ext cx="8039574" cy="380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09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3C2F5818-454D-4938-40B7-CF59371D9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256" y="1147444"/>
            <a:ext cx="9221487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531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803DDE17-445B-43F7-EBFD-A00ED3F02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522" y="1432522"/>
            <a:ext cx="9300955" cy="399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2848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8A0C0A8E-C85F-3A31-E8B3-89C889925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44" y="652075"/>
            <a:ext cx="11726912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2404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9E9D1B50-5196-3D92-475D-1B0552B7B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846" y="693910"/>
            <a:ext cx="7924307" cy="54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6866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8AC614E5-89B7-AF46-FD9E-B35A49FC0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68" y="1447477"/>
            <a:ext cx="9549663" cy="396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2324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CE059BE-85CC-D5DE-9C32-CEDA384BE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619" y="1809863"/>
            <a:ext cx="8916761" cy="323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913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0D7DD917-42FB-659A-3E7A-A4DA4FD90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65" y="647312"/>
            <a:ext cx="11241069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101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06DE61D9-B0EB-CB78-3ABD-D91A545D1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116" y="532621"/>
            <a:ext cx="6297767" cy="579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88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14CAB7E5-12D3-850C-D70F-93B3F723C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503" y="458749"/>
            <a:ext cx="6800993" cy="594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897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Aplicación, Escala de tiempo, Teams&#10;&#10;Descripción generada automáticamente">
            <a:extLst>
              <a:ext uri="{FF2B5EF4-FFF2-40B4-BE49-F238E27FC236}">
                <a16:creationId xmlns:a16="http://schemas.microsoft.com/office/drawing/2014/main" id="{336CABC3-9EDD-3ABB-B675-7D2603B73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49" y="999786"/>
            <a:ext cx="11831701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631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F331A763-EB93-4AE5-D957-F36ACAA44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420" y="647133"/>
            <a:ext cx="7213159" cy="556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2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9927E147-EF9E-675F-20FC-00392890B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44" y="575864"/>
            <a:ext cx="11907912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504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890DD6D1-5D3E-8F88-8958-CAD1C482D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18" y="990259"/>
            <a:ext cx="11926964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617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94284BDD-D769-A541-7583-B11CC27DB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796" y="421485"/>
            <a:ext cx="7316407" cy="601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6657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3A2B648-BD56-D585-4A37-B3C76C952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978" y="1252771"/>
            <a:ext cx="7610043" cy="435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150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7C75F9C9-9144-F859-7056-B15EFF020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520" y="1383340"/>
            <a:ext cx="8574959" cy="40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850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249692E8-D832-0ACF-0210-EFFC40F70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12" y="1666629"/>
            <a:ext cx="11641175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981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7D73E5B9-ACCB-51A4-2EA0-E921E073B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427" y="893941"/>
            <a:ext cx="8555146" cy="507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263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2DF90EB5-8D55-7874-BCE5-96656EB2F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23" y="2457314"/>
            <a:ext cx="11850754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4026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8447C9F2-A652-71CE-5213-C69177BED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114" y="819923"/>
            <a:ext cx="7375772" cy="521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711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973873D5-10D0-39E6-BA5F-9CB4B95F1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367" y="839996"/>
            <a:ext cx="7937265" cy="517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717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circular&#10;&#10;Descripción generada automáticamente">
            <a:extLst>
              <a:ext uri="{FF2B5EF4-FFF2-40B4-BE49-F238E27FC236}">
                <a16:creationId xmlns:a16="http://schemas.microsoft.com/office/drawing/2014/main" id="{CCD39C28-10ED-4107-9434-3C9A97B58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896" y="846980"/>
            <a:ext cx="7958208" cy="516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604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E354EC6B-E75C-8554-B0F7-B6BE1C1A9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333" y="1377491"/>
            <a:ext cx="8021333" cy="410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5499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3DCAFA45-9740-D5EF-0184-43ECEFAA5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855" y="905860"/>
            <a:ext cx="6916290" cy="504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965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0F6539F5-EF7B-9A1A-8408-01716E00F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0" y="1927997"/>
            <a:ext cx="10531039" cy="300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1866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F22ECEA7-7EA8-9066-43DD-BE0B884FA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158" y="842764"/>
            <a:ext cx="8067683" cy="517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373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8C42EAE9-4748-B825-6C8B-82F1781D3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56" y="1879314"/>
            <a:ext cx="10274088" cy="309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69831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2B03B185-2A72-9B2D-3B25-9956914F3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914" y="890233"/>
            <a:ext cx="8926171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494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BDCF922D-6D6D-2566-6EB1-7F29C1456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28" y="2206003"/>
            <a:ext cx="11412543" cy="244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541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F695BB1F-62CA-5949-6B7F-838F82E37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87" y="818785"/>
            <a:ext cx="10574226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776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EE5A26F8-E1D4-0DCF-964C-2DD5368C0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65" y="1037891"/>
            <a:ext cx="11422069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8175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8275D750-65D8-3F65-2782-2C5BC5B90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01" y="2361550"/>
            <a:ext cx="10963598" cy="213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0732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1F8FA6E1-4AD2-03C7-A1B4-0008A796D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129" y="552198"/>
            <a:ext cx="7825742" cy="575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875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2A8452E7-26B6-D7DD-864C-74FD0A5FF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098" y="518191"/>
            <a:ext cx="8413803" cy="582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676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0C2E5302-3BCA-02F0-89D9-0E925FC5C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016" y="2296085"/>
            <a:ext cx="9753967" cy="226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863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E81ABAB0-7B54-C88C-8545-BFEFD8189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81" y="594917"/>
            <a:ext cx="11917438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2989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3CE73537-3E04-F302-05A0-139C1788B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81" y="1133154"/>
            <a:ext cx="11917438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292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D5518661-5985-789A-578A-913650AF0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083" y="1072959"/>
            <a:ext cx="9605833" cy="471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8837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BA3188CB-AD12-D7A3-0DE8-048CD40FC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44" y="1218891"/>
            <a:ext cx="11726912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6432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06F2D5B9-5329-552E-3F61-E14D9ACA1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15" y="1754529"/>
            <a:ext cx="10769369" cy="334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69030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9D96B3DB-10DC-1B19-5822-0047FB9F3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17" y="185018"/>
            <a:ext cx="7080565" cy="648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1152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A68DB469-AFBE-39C4-D074-6F7172F28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876" y="1125917"/>
            <a:ext cx="9542248" cy="46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0874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7842BFD6-149E-0889-12A6-91E68A8BE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4" y="1052181"/>
            <a:ext cx="12088912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47259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CD917261-D2EC-BD11-4CD5-AE91EEF91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792" y="1563620"/>
            <a:ext cx="8556415" cy="373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4469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8829F855-8F02-2678-F779-9C08B1202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65" y="423443"/>
            <a:ext cx="11241069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6580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F0C44C8-D715-26E4-FF89-1E619D0A0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91" y="3061824"/>
            <a:ext cx="11892417" cy="73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8487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82F9A6CD-35F1-17C3-FBF7-72D499E40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23" y="833075"/>
            <a:ext cx="11850754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367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C268B6FC-D2D8-AE3E-3CE1-A144912C5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971" y="971401"/>
            <a:ext cx="8836057" cy="491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2557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AD15028B-390E-D7F9-8902-FF40182C5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8" y="471074"/>
            <a:ext cx="12136544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7391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0CCBBC31-7FD4-CE1F-8F57-47B604811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6" y="780680"/>
            <a:ext cx="12022228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4791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CE5E06F-CC06-C02D-A928-9A08470AB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50" y="2098248"/>
            <a:ext cx="10695300" cy="266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69892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4846C96-9E3B-C1FA-B10B-54E7AD77B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500" y="729884"/>
            <a:ext cx="8024999" cy="539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316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9813D76-6FA0-5B43-3B2E-E90CF4E33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444" y="1447324"/>
            <a:ext cx="9593112" cy="396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7174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AFEE89B-6F8F-5901-175C-12703A1AF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402" y="533380"/>
            <a:ext cx="6697196" cy="579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0927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36683472-B91E-0DFB-208D-8E9C6BE4F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134" y="634372"/>
            <a:ext cx="7931732" cy="558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3932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C9CBC8E4-E494-E461-F635-C43E1744F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179" y="824683"/>
            <a:ext cx="7745641" cy="520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6433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71F19788-DA68-ED0A-8421-7DC570B3D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962" y="510595"/>
            <a:ext cx="6664075" cy="583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3444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Diagrama&#10;&#10;Descripción generada automáticamente">
            <a:extLst>
              <a:ext uri="{FF2B5EF4-FFF2-40B4-BE49-F238E27FC236}">
                <a16:creationId xmlns:a16="http://schemas.microsoft.com/office/drawing/2014/main" id="{9C1904AF-A3B4-B079-D563-802B8F5AE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49" y="1514208"/>
            <a:ext cx="11831701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114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51</Words>
  <Application>Microsoft Office PowerPoint</Application>
  <PresentationFormat>Panorámica</PresentationFormat>
  <Paragraphs>16</Paragraphs>
  <Slides>104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104</vt:i4>
      </vt:variant>
    </vt:vector>
  </HeadingPairs>
  <TitlesOfParts>
    <vt:vector size="109" baseType="lpstr">
      <vt:lpstr>Arial</vt:lpstr>
      <vt:lpstr>Calibri</vt:lpstr>
      <vt:lpstr>Calisto MT</vt:lpstr>
      <vt:lpstr>Univers Condensed</vt:lpstr>
      <vt:lpstr>ChronicleVTI</vt:lpstr>
      <vt:lpstr>Clase 03 - Semana 01 - Metodologías de Desarrollo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Características Clave de Cascada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03 - Semana 01 - Metodologías de Desarrollo</dc:title>
  <dc:creator>DIEGO MATIAS OBANDO AGUILERA</dc:creator>
  <cp:lastModifiedBy>DIEGO MATIAS OBANDO AGUILERA</cp:lastModifiedBy>
  <cp:revision>2</cp:revision>
  <dcterms:created xsi:type="dcterms:W3CDTF">2025-10-22T10:20:54Z</dcterms:created>
  <dcterms:modified xsi:type="dcterms:W3CDTF">2025-10-22T13:17:22Z</dcterms:modified>
</cp:coreProperties>
</file>