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9" r:id="rId144"/>
    <p:sldId id="398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FF1E5-CD84-5BD8-FADB-0FBD4E2B3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E5A3B2-82C3-0062-01B0-19B001FB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C912E0-6E0F-14A7-A2BA-67000791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1BDD1D-8038-5C99-AE94-CFEC7996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8499D8-9E98-DB93-32C5-3444F54F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1624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2F424-EFC0-D7E2-B02D-566FC224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175D0-5AE1-1A9D-1986-D9D570AF7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DB6BCA-3A3D-9119-486B-E294EFE0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2798C7-B2A5-0196-47DF-DAE77FA5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76B68-AA82-6F98-B761-64BDDA48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500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97DAD-694D-AB5F-2C0D-B8249A5C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C6C8A7-4D81-4AB8-F6EC-C9A9FC2D3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EA39BF-8FE6-1052-6127-70FF0CD9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07F434-AE2E-C4BC-0E7C-A70110DE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D0DE2A-99CA-CBA2-0017-D7DD5197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3136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3AB0B-3016-C376-7BAE-095612B62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CE1D79-1F48-083E-0AAD-097203281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0B910C-7E9C-016A-88D8-FC8DE891B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DBABAC-9DC9-B4A4-668F-EFD07D70B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D685A9-E0B0-EB01-5A6B-4AD228AE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4F71EB-2664-B94A-841F-2933F728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7004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32EAC-5940-8834-6BDF-F3965F29D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0C0A81-B32A-67EB-1CDF-9EAE07098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9F1FC9-4EF6-B447-CEF6-2B3855EE1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870478-7B3F-3530-799B-8A47DF474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52761F-9331-C098-93E7-1DE30D1C2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81994BA-ED46-4896-7568-4841599C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F1774B-9613-340C-CE02-8B724665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CFB1EE-56C4-1406-0DD9-254A982E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043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5CE66-75C0-51F9-3D92-20419777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E09A735-E01D-2901-B1C5-AC2F4D36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0EAB7E-4729-8146-5FD5-20D4E129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0BA288-30C1-3ECA-22D9-1062F9E5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641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4F2440-3025-465A-8D72-3C81FE48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DED427-DFEF-B9AD-89FB-B92A268DF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110A09-7A54-CFAE-2EC5-1D44C6E5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5356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CB960-9D42-7320-25E5-F71D5A0A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4B09B6-67BF-2824-5710-A04A5E8AF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4F0177-0C01-8ED6-6AEB-B6AC0D207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28C915-C58A-9A34-18DE-CD4855DFD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785313-26A1-2933-A55E-0F57D8BC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221667-78F4-8DDF-906F-79E07A3F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487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7FB20-9409-6D26-BAFE-2D029D48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516FEB-241D-AE4F-ABD8-8B29886AD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537140-1344-6127-A60D-4C47099B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608E8A-A933-1465-1F99-A2A2B884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1F2603-5F05-C6A3-FD92-6C0D3EF7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91E354-CBF1-FD39-5A5B-3F50E75F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630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3A16B-7C64-A3B8-73D8-222111AC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BE0506-9419-6C12-FA11-609F7712C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76B790-5B8F-9B25-6C72-1573981F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0482FA-450E-0BF5-0C17-B68033F3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BE509D-3611-3913-66ED-601332F8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5259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44F1A3-FD2B-5E58-0AFA-ED9F54F0C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265B46-55E7-4F9F-8AD8-9AB6D99CA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B6B381-C3C5-F620-B073-95FCE276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871B2E-2B32-3CF8-B825-4CB9F3A2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FC8311-0EB4-CAB1-505D-6C0A4ACA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67008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914BB8-10A8-12C7-8064-2D53EA28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BFBB63-B860-8167-5C78-EE1032418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ED60EF-38C4-A0B4-2080-93C4CE017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37424C-0057-5FC2-6470-427B2DCBA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F1C3A-3F89-070E-85B6-475B6B620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14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4812DF-5F81-44F8-DD4E-66CE3F6FB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s-CL" sz="5400"/>
              <a:t>SCRUM Framework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Gráfico, Patrón de fondo, Gráfico radial&#10;&#10;Descripción generada automáticamente">
            <a:extLst>
              <a:ext uri="{FF2B5EF4-FFF2-40B4-BE49-F238E27FC236}">
                <a16:creationId xmlns:a16="http://schemas.microsoft.com/office/drawing/2014/main" id="{E49F332D-09C3-3C9C-C56F-4B2EAAD1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0534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D87488F-7DC0-00B9-6137-9D67BB74D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39" y="685417"/>
            <a:ext cx="11925121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5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F8957E0C-D1CC-536C-6DA8-5A431D4FE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75" y="844720"/>
            <a:ext cx="10278650" cy="516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F5CE3465-1524-FF2F-2795-55C23E172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804" y="1824596"/>
            <a:ext cx="9094391" cy="320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05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F46FB61-21F3-4B4C-CAAB-0A6FC7448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9" y="785443"/>
            <a:ext cx="12012701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9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11B8E5B0-182C-53E5-4628-ED08FE7FE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9" y="1004549"/>
            <a:ext cx="1198412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1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002E336-5E00-0701-0942-DEA23D3B5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010" y="892835"/>
            <a:ext cx="7447979" cy="507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45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D521D32B-EC3B-DB6E-02A8-2F4B47972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44" y="2476367"/>
            <a:ext cx="11726912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3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5EF658D4-6DD5-D05E-FF5A-14924510E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640" y="491071"/>
            <a:ext cx="7140719" cy="587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81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DC3B0DAA-D285-F890-4067-C5B9B6113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351" y="1001342"/>
            <a:ext cx="7163298" cy="485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9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4344509-05CB-4046-D823-4A8BDCE0F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540" y="299770"/>
            <a:ext cx="8448920" cy="625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72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3859BA1-606B-CEC0-EA43-0FD44BA02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9" y="594917"/>
            <a:ext cx="11984122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26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C05C0F5-7766-EFCA-4003-25F21FE33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447" y="887612"/>
            <a:ext cx="7261106" cy="508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52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, Gráfico circular&#10;&#10;Descripción generada automáticamente">
            <a:extLst>
              <a:ext uri="{FF2B5EF4-FFF2-40B4-BE49-F238E27FC236}">
                <a16:creationId xmlns:a16="http://schemas.microsoft.com/office/drawing/2014/main" id="{D47E2A48-A802-7828-AEB6-5755A5AC6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830" y="630885"/>
            <a:ext cx="6864339" cy="559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24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Aplicación&#10;&#10;Descripción generada automáticamente">
            <a:extLst>
              <a:ext uri="{FF2B5EF4-FFF2-40B4-BE49-F238E27FC236}">
                <a16:creationId xmlns:a16="http://schemas.microsoft.com/office/drawing/2014/main" id="{0DA0E58E-23C7-A1D9-2817-03179ECD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63" y="535843"/>
            <a:ext cx="6790673" cy="578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49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2B99E59-8AE0-C802-C882-A0B77C24B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14" y="888681"/>
            <a:ext cx="7699772" cy="508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24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0713998-8AB3-B3A8-4421-554E9E87C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539" y="813396"/>
            <a:ext cx="7290922" cy="523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9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160C103-0554-5611-F6AB-0B615553D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737" y="1348338"/>
            <a:ext cx="8246526" cy="416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49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27966FFD-97E8-C9E0-B93D-C642CE488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179" y="1397522"/>
            <a:ext cx="9057641" cy="406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13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E526224-BA1F-61AA-18F0-A91CDF27D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899" y="557053"/>
            <a:ext cx="7748202" cy="574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81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E1DB697-AF18-709F-740A-35B5253DC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096" y="573104"/>
            <a:ext cx="5305807" cy="571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86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8225E312-7455-A92F-5BCE-35B4FAD5E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8" y="978367"/>
            <a:ext cx="10565464" cy="490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30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56DC8D8-9406-85E0-D21D-21121516B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38" y="997892"/>
            <a:ext cx="9831124" cy="486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5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9209042-619C-F67E-0197-92A3F47CD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61" y="69383"/>
            <a:ext cx="4123677" cy="671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9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1D97DC4B-91D8-DA75-E214-76F209DE8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85" y="585239"/>
            <a:ext cx="10700429" cy="56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68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B012DAA-6369-E6C3-DF9C-577BF27AF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261" y="974479"/>
            <a:ext cx="6455478" cy="490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28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45C0C9D8-EF01-4EC1-0652-322E6BE91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864" y="421632"/>
            <a:ext cx="8960272" cy="601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5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AC2B5C5-41CF-A1C5-BF65-72DDACC15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720" y="347783"/>
            <a:ext cx="5638559" cy="616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50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arta&#10;&#10;Descripción generada automáticamente">
            <a:extLst>
              <a:ext uri="{FF2B5EF4-FFF2-40B4-BE49-F238E27FC236}">
                <a16:creationId xmlns:a16="http://schemas.microsoft.com/office/drawing/2014/main" id="{A5301FFD-6786-76E6-0990-E5285AE8B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408" y="780373"/>
            <a:ext cx="6353184" cy="529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59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0379B65-6E64-C440-3583-2309EF9B2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487" y="1081189"/>
            <a:ext cx="8375026" cy="469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78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F0DE78-CC6B-4E61-D7EA-A907025B6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93" y="474767"/>
            <a:ext cx="9934013" cy="590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88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CBE4245-9AC4-D1BE-03C3-CCDC6C4E7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808" y="564774"/>
            <a:ext cx="8366384" cy="572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72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DEBC2E8-6A2F-9AC4-DE69-7D0364D42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876" y="586544"/>
            <a:ext cx="5864248" cy="568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90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9B14AD3F-D773-38EF-A552-7D92192F4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099" y="149934"/>
            <a:ext cx="4803802" cy="655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731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78FB0D44-31D3-5FB7-598B-3ADC2EC19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52" y="447530"/>
            <a:ext cx="10874896" cy="596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367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12291DE-D771-9D97-E6B8-EBDEA8C8A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305" y="1350396"/>
            <a:ext cx="7761390" cy="415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56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F7A8FECB-113A-F1DC-D300-70D89B560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78" y="168665"/>
            <a:ext cx="4484844" cy="652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64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1A20559-4165-D9E4-6C70-EDD2F3A51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917" y="396729"/>
            <a:ext cx="8074165" cy="606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36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43EC9DE-C37F-269B-BA2C-AD1304A75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489" y="842412"/>
            <a:ext cx="6353021" cy="517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86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9FC5787-E2F7-CC5A-B530-7401AC3A5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0" y="1828576"/>
            <a:ext cx="11860280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30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BD693E2-AAF0-10F6-55C3-38AAAC1BB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570" y="439724"/>
            <a:ext cx="5468859" cy="597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160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8A87483-A7E7-6DC2-1A93-1563781D9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69" y="779592"/>
            <a:ext cx="10718061" cy="529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90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5AD1142-250D-7D02-7AB1-A76EF53F5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711" y="631981"/>
            <a:ext cx="6406578" cy="559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791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1824A21B-F940-10D8-2135-2D1D94259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89" y="862419"/>
            <a:ext cx="11138222" cy="513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88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AF9C50F-2C96-5CA7-53AC-BE012EF5E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202" y="921027"/>
            <a:ext cx="7465595" cy="501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68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68EA0A5-572D-741B-3A31-BDE8A7578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036" y="760622"/>
            <a:ext cx="7431927" cy="533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722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5B25E30-BF1A-06FB-FD40-123D731B4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009" y="757425"/>
            <a:ext cx="6365981" cy="5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425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CD1907A9-5E32-0372-DDD1-74D089E9D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081" y="806819"/>
            <a:ext cx="8109837" cy="524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53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0D5A0EB-3644-C978-B1E2-095B76BE0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677" y="594929"/>
            <a:ext cx="6636646" cy="566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026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5F141C4-1330-75DF-17FF-AAA11AACB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37" y="1450100"/>
            <a:ext cx="11011926" cy="39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763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A5AB138-3E0A-5D4F-EBBC-3093BFB1F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410" y="717906"/>
            <a:ext cx="7845180" cy="542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624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21DD602C-B7AF-D3F5-D410-3CD371E75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07" y="1285576"/>
            <a:ext cx="11898385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294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706809A-1E46-EBF4-100C-F5F68F747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022" y="329580"/>
            <a:ext cx="5491955" cy="619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76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0A5A78E-8AAC-6562-0C5F-08294C6D8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147" y="648159"/>
            <a:ext cx="5949706" cy="556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04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144449B-6FF1-0F43-8D01-F924B8063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543" y="643865"/>
            <a:ext cx="6278914" cy="557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10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BA8EC12-0816-7D43-2CAA-3B6F3137F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625" y="243573"/>
            <a:ext cx="6764750" cy="63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406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28189A9-635A-CA24-614F-73206817F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297" y="398795"/>
            <a:ext cx="5903405" cy="606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21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A666073-CD44-0EC5-2FF7-F22318FA5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971" y="440573"/>
            <a:ext cx="5926058" cy="597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914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3AA2140-CB89-4A82-9D9C-6FE763ABD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623" y="597008"/>
            <a:ext cx="5716754" cy="566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959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519C3B4-2CFD-3DE0-D2D7-4304D96EF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334" y="819081"/>
            <a:ext cx="6827331" cy="521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65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A821BA0-B8E4-1306-F246-4AB9ACA0C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233" y="476916"/>
            <a:ext cx="5573534" cy="590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581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CB1ED35-78E8-1808-84C6-6E8D99778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623" y="242382"/>
            <a:ext cx="5646753" cy="63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520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978CAFC4-53A6-DF3F-0D75-F385A874E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89" y="445011"/>
            <a:ext cx="10656222" cy="596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965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8F9A3666-F071-8D0B-0C48-7B843A817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687" y="751500"/>
            <a:ext cx="7490625" cy="53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304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E04E0CAF-8F46-E89F-5C4E-0F880EA8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6" y="2433498"/>
            <a:ext cx="11660227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329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B5E9EC70-4F6B-1B49-8319-943A95EB0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460" y="247750"/>
            <a:ext cx="6855080" cy="636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982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A1723A0-8EB1-21FF-E862-D20AEF077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62" y="1359669"/>
            <a:ext cx="7566276" cy="413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259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1D96D44-5D66-3DD1-7107-0714060FB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25" y="823730"/>
            <a:ext cx="10432949" cy="521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227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F4EA2A4-2581-2B3D-9A72-341496EC1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807" y="172476"/>
            <a:ext cx="4998386" cy="65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094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77C4433-1A7E-DB2D-6481-7C3524343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107" y="345068"/>
            <a:ext cx="5583786" cy="616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373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Aplicación&#10;&#10;Descripción generada automáticamente">
            <a:extLst>
              <a:ext uri="{FF2B5EF4-FFF2-40B4-BE49-F238E27FC236}">
                <a16:creationId xmlns:a16="http://schemas.microsoft.com/office/drawing/2014/main" id="{067E0030-70B5-BE1B-AED7-5D8D40664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854" y="253052"/>
            <a:ext cx="5796292" cy="635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328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6F8FD91-1061-A80A-6AA9-172DC844E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762" y="327001"/>
            <a:ext cx="5448476" cy="620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115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92A2AE23-5743-C25B-C500-84ABB82B9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988" y="863823"/>
            <a:ext cx="6350023" cy="513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629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C75D335-1A8A-E6CB-FFA0-6B1637C21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286" y="679484"/>
            <a:ext cx="8751428" cy="549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004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C87A258-48C5-73E9-75BD-8A4D09943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223" y="1461048"/>
            <a:ext cx="6857553" cy="393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520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FA3EE17-F032-C5E4-778D-59E0DDA72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431" y="391127"/>
            <a:ext cx="5813138" cy="607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68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515BDE1-7952-2F51-1180-2421C8798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015" y="555807"/>
            <a:ext cx="6549970" cy="57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5903DBB-F4E9-9BFB-3F0F-D3BC5C312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943" y="239284"/>
            <a:ext cx="7120114" cy="63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949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944D4B51-029A-23CA-D5A0-1EC7ED94E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384" y="555290"/>
            <a:ext cx="8391231" cy="574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972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0E5310A-5F7E-020E-7234-C5619A961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171" y="235686"/>
            <a:ext cx="6109658" cy="638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309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A48D122E-2724-F36C-452B-4832807D2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699" y="826813"/>
            <a:ext cx="6702602" cy="520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828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07F228D9-0E99-D9E5-31F4-D37525E37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1" y="969946"/>
            <a:ext cx="10450977" cy="49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607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14BAFF4-5526-8E1A-771E-3836B27FD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54" y="74339"/>
            <a:ext cx="4532292" cy="670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651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21780F8-2840-DD25-FBB9-D03B79EEC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77" y="919825"/>
            <a:ext cx="10837246" cy="501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0419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42196844-99E7-BCD3-9604-8F22A797F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252" y="554488"/>
            <a:ext cx="5765495" cy="574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45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57D97F4-00FA-D5E2-DE42-61CEE682C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65" y="2252498"/>
            <a:ext cx="11784070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745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67C4F6D-AF54-7637-AB5A-DFA0AE1B3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09" y="344204"/>
            <a:ext cx="5997781" cy="616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910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40DE72BA-E199-A3FD-A938-E0B65F299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081" y="227515"/>
            <a:ext cx="5223837" cy="640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1935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64726698-05DA-9770-F6B6-F4BDF7E41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755" y="1101143"/>
            <a:ext cx="6992489" cy="465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839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20FD125D-2EA6-D64C-9D58-7C7F60033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20" y="1149394"/>
            <a:ext cx="11868759" cy="455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880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85061F74-02CA-8E91-D98A-9C4C5FEAA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209" y="331967"/>
            <a:ext cx="5089581" cy="619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082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FF7D932-AE87-906F-DB66-9FD2849BE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013" y="870250"/>
            <a:ext cx="8353973" cy="51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538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37D57AA-25C6-B049-DDE1-680128880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129" y="417183"/>
            <a:ext cx="5541742" cy="602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304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106E701-8768-FC2A-5BAA-B3F0BF443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991" y="180675"/>
            <a:ext cx="6174018" cy="649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433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94AB15F-720D-2F93-C3BA-1C6BE9A23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43" y="846769"/>
            <a:ext cx="10627314" cy="516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266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C93EB95D-47A9-B1E8-E84D-935C811C4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05" y="234960"/>
            <a:ext cx="4849589" cy="63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9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7D016AB-B9F2-C6DA-8269-350C76DF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072" y="369797"/>
            <a:ext cx="7597855" cy="611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724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 con confianza media">
            <a:extLst>
              <a:ext uri="{FF2B5EF4-FFF2-40B4-BE49-F238E27FC236}">
                <a16:creationId xmlns:a16="http://schemas.microsoft.com/office/drawing/2014/main" id="{F0CAE4B1-9448-76D1-F548-E0F2C339E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287" y="170547"/>
            <a:ext cx="4817425" cy="651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186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DC733A99-DC7F-7D49-9F05-A8547DC15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39" y="584345"/>
            <a:ext cx="6206521" cy="568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794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E4BE7564-4B77-936F-0E77-A9C193788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336" y="823038"/>
            <a:ext cx="6359327" cy="521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9028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3665B33-91C9-8874-BD72-1D49B9A5E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08" y="671974"/>
            <a:ext cx="10482383" cy="551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631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Descripción generada automáticamente">
            <a:extLst>
              <a:ext uri="{FF2B5EF4-FFF2-40B4-BE49-F238E27FC236}">
                <a16:creationId xmlns:a16="http://schemas.microsoft.com/office/drawing/2014/main" id="{43963065-88ED-9A28-E471-B9BEE0EED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421" y="628200"/>
            <a:ext cx="6743158" cy="56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441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40868BEB-2927-15DE-6EE1-C31F9ED75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99" y="1228097"/>
            <a:ext cx="10802202" cy="440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9385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E58EAB1A-5916-50F2-2622-015CF0D75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387" y="95802"/>
            <a:ext cx="4665226" cy="666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3689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">
            <a:extLst>
              <a:ext uri="{FF2B5EF4-FFF2-40B4-BE49-F238E27FC236}">
                <a16:creationId xmlns:a16="http://schemas.microsoft.com/office/drawing/2014/main" id="{CCF31EA2-C5F6-C44C-F0AD-FA8F96C8F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556" y="469596"/>
            <a:ext cx="6470887" cy="591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60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orreo electrónico&#10;&#10;Descripción generada automáticamente">
            <a:extLst>
              <a:ext uri="{FF2B5EF4-FFF2-40B4-BE49-F238E27FC236}">
                <a16:creationId xmlns:a16="http://schemas.microsoft.com/office/drawing/2014/main" id="{3EA81595-B981-85EE-37AE-C3699E998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334" y="763637"/>
            <a:ext cx="6973332" cy="53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4353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2C33849-4D2D-6E38-AE97-7877521F0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711" y="952569"/>
            <a:ext cx="5882578" cy="49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8151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93788F8-DAD8-EC25-70C1-24CD500A7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02" y="1130563"/>
            <a:ext cx="11073196" cy="459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8019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B64DCB6D-40F2-9979-04D3-56760593F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683" y="278193"/>
            <a:ext cx="4422634" cy="630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0698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52DA5860-3E48-7555-D2A1-850E79DC3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927" y="354798"/>
            <a:ext cx="4998145" cy="61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5935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21DC788-29ED-0255-429A-549DDABBB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610" y="1057236"/>
            <a:ext cx="6904780" cy="474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6829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49FFB54-E2CC-3800-5505-577A2A967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724" y="289941"/>
            <a:ext cx="6290551" cy="62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5232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AAA96CA6-E239-1F34-0388-6FA3BB94D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152" y="186609"/>
            <a:ext cx="6459696" cy="648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333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34C32236-B21F-1A9F-C609-385A1E43F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583" y="200973"/>
            <a:ext cx="4486833" cy="64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2762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0214EEB-2AAD-61FB-0A7C-1A3B87A29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806" y="1202220"/>
            <a:ext cx="6412387" cy="445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5098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30EA6D7-2F8D-66F5-2A2F-788A51B59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308" y="102090"/>
            <a:ext cx="4217384" cy="66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93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89C51BE-A7A4-475A-729C-79145D098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428" y="265336"/>
            <a:ext cx="3935143" cy="632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611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34E396E-C2BE-78AB-D69B-D3EDC41C5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527" y="528985"/>
            <a:ext cx="5078945" cy="58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3449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339244D7-7314-7055-612B-93F190354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336" y="338298"/>
            <a:ext cx="9435327" cy="618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0780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F4040EF-C1CD-82CA-0602-18632147D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181" y="340614"/>
            <a:ext cx="7343637" cy="617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4976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a captura de pantalla de un celular con texto&#10;&#10;Descripción generada automáticamente">
            <a:extLst>
              <a:ext uri="{FF2B5EF4-FFF2-40B4-BE49-F238E27FC236}">
                <a16:creationId xmlns:a16="http://schemas.microsoft.com/office/drawing/2014/main" id="{3E9B1831-A481-DC67-77DC-B9230BB5C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60" y="2347761"/>
            <a:ext cx="11679280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7717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F1ED329-4473-8B14-BBF9-1D77E6D1F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8" y="2000050"/>
            <a:ext cx="11926964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265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C495DCC-197E-B4D1-C038-6F6BCD668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298" y="321951"/>
            <a:ext cx="4461403" cy="62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0500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DE488E13-0015-53AB-95AA-A0980C0BB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3" y="1152207"/>
            <a:ext cx="11279174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6207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FE6A571-2837-9244-44C4-762BE6729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684" y="442598"/>
            <a:ext cx="5290631" cy="597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035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937B9A2-5592-90F5-DBEF-C37E63091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93" y="953669"/>
            <a:ext cx="7800414" cy="495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1494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3E1A5C71-A02E-F74B-07DF-9721F69E3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20" y="201006"/>
            <a:ext cx="5711559" cy="645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7579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0F86971-48F1-E6C5-586B-62D32C5AD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675" y="231837"/>
            <a:ext cx="4456650" cy="639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7260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7A50758-21D4-5599-1260-8BC79712E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456" y="430665"/>
            <a:ext cx="5287087" cy="599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9840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B7E8260F-E45E-57BC-61C2-F65E0A950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154" y="1531778"/>
            <a:ext cx="7833691" cy="379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535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8D63471-F540-DD2D-DAC6-279911510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64" y="542128"/>
            <a:ext cx="10089471" cy="577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2864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B87CE28D-8B83-2D35-B8D8-D2F99D7A5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525" y="526526"/>
            <a:ext cx="5654950" cy="58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1320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13377DB5-A5F8-D412-B6E8-44F277206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062" y="632648"/>
            <a:ext cx="6759876" cy="559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6927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B5B725D5-BF39-8F13-4758-506AFADBB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829" y="275297"/>
            <a:ext cx="6652342" cy="630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1028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10A7CF6-28E0-48B7-03D9-2D975FE75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033" y="924825"/>
            <a:ext cx="6919933" cy="500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6717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6B53D3C-337F-25BE-5576-08D152F02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2" y="1628523"/>
            <a:ext cx="11974596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6273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7B584AE1-5574-D616-AEC3-32FC034C6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386" y="1142779"/>
            <a:ext cx="7907228" cy="457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6481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BADC7FA-E700-443B-8A98-2E9DD47E2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118" y="464602"/>
            <a:ext cx="6039763" cy="592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6047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en cascada&#10;&#10;Descripción generada automáticamente">
            <a:extLst>
              <a:ext uri="{FF2B5EF4-FFF2-40B4-BE49-F238E27FC236}">
                <a16:creationId xmlns:a16="http://schemas.microsoft.com/office/drawing/2014/main" id="{D00A312A-6C3E-7566-86AE-FD66D5249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8" y="526032"/>
            <a:ext cx="11128043" cy="580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4310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6B8F4D0D-EE67-4AA5-1CA5-99E4AD389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524" y="59527"/>
            <a:ext cx="4788952" cy="673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4716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E3A48572-BF1F-C93F-B32F-D8EADD13F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953" y="515188"/>
            <a:ext cx="6508094" cy="582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2068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295927C-0C28-EAE7-527E-3D2082273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63" y="683200"/>
            <a:ext cx="6521274" cy="54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3162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C28ECF32-040C-E34D-1C1A-DB5F85296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36" y="2539340"/>
            <a:ext cx="8756127" cy="177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7322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4F3C955A-9251-E1DD-A5E0-464E60F91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832" y="126888"/>
            <a:ext cx="6726335" cy="660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070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50075DC5-718A-33F1-7420-4A9263C3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13" y="296031"/>
            <a:ext cx="4812773" cy="626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729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25C988-DD45-D7C6-E0E2-0D580785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50" y="1446128"/>
            <a:ext cx="10839700" cy="396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8572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B969156-BC84-E15A-7577-F681CBF87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028" y="835171"/>
            <a:ext cx="6881943" cy="518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8361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F034775A-7BF6-7FAD-4DBA-CA375E5F9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49" y="2533525"/>
            <a:ext cx="11831701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4102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DAA8E5DF-A075-3943-FEEA-1100FB420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464" y="310333"/>
            <a:ext cx="5887071" cy="623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9663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AC58B2C7-6C3A-9D9B-F55D-D112F8DB2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526" y="1014531"/>
            <a:ext cx="10262948" cy="48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1081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, Carta&#10;&#10;Descripción generada automáticamente">
            <a:extLst>
              <a:ext uri="{FF2B5EF4-FFF2-40B4-BE49-F238E27FC236}">
                <a16:creationId xmlns:a16="http://schemas.microsoft.com/office/drawing/2014/main" id="{572B25C8-D4DB-6C65-146A-D87978712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801" y="188658"/>
            <a:ext cx="3780398" cy="64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6563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53256FC-45AB-0475-9656-489C148D8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561" y="514404"/>
            <a:ext cx="4740877" cy="582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3257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C758F88F-FEC9-7BF7-E137-858F9B8D3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489" y="763618"/>
            <a:ext cx="8629022" cy="53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7261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D2A529A-DE2B-1085-9E34-748889E56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286" y="929905"/>
            <a:ext cx="6291428" cy="499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5708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D21BCF1-3DAE-68BA-10D9-4D90C69F8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585" y="284870"/>
            <a:ext cx="4578829" cy="628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44249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Carta&#10;&#10;Descripción generada automáticamente">
            <a:extLst>
              <a:ext uri="{FF2B5EF4-FFF2-40B4-BE49-F238E27FC236}">
                <a16:creationId xmlns:a16="http://schemas.microsoft.com/office/drawing/2014/main" id="{E342E656-0429-7245-A73C-D39DD15E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137" y="497703"/>
            <a:ext cx="5799725" cy="586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4405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1C81D62-FC0C-1159-6FCF-E2A4449BB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186" y="446561"/>
            <a:ext cx="9681628" cy="596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3295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E64A78D5-8DA4-FDD0-1998-97CFC02AD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340" y="917835"/>
            <a:ext cx="8413319" cy="502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2103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E4BAE6C-005C-8B88-9D39-029555C06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442" y="573749"/>
            <a:ext cx="5635115" cy="571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0558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B34E483-F31A-1861-9D38-8687CF5E2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88" y="511219"/>
            <a:ext cx="6971223" cy="583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6849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30B605E-D22D-042F-E529-9779D72A8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38" y="261373"/>
            <a:ext cx="8122924" cy="633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1704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BEF67C2B-633E-3C1D-8D06-CB025BD6B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8" y="1790471"/>
            <a:ext cx="1192696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847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EEC4A661-2198-EA89-D80D-F345C3B01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858" y="206792"/>
            <a:ext cx="4974283" cy="64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09978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1395DF24-16E0-2916-1215-A273C47C1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16" y="635362"/>
            <a:ext cx="5863568" cy="558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460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DB741452-8798-C5A2-A52D-8F812BCA6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77" y="1873339"/>
            <a:ext cx="10826845" cy="311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8691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EE1F191D-6BFD-0EFF-6967-01B065468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05" y="465000"/>
            <a:ext cx="9914789" cy="59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9942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05D27911-8630-3B5A-3717-02F7EEFE7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746" y="880128"/>
            <a:ext cx="6772508" cy="50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8581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de la pantalla de un celular&#10;&#10;Descripción generada automáticamente con confianza baja">
            <a:extLst>
              <a:ext uri="{FF2B5EF4-FFF2-40B4-BE49-F238E27FC236}">
                <a16:creationId xmlns:a16="http://schemas.microsoft.com/office/drawing/2014/main" id="{6C28F724-AF2E-CC3B-B47E-F5C9BCBDF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54" y="2543051"/>
            <a:ext cx="11936491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2841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Escala de tiempo&#10;&#10;Descripción generada automáticamente">
            <a:extLst>
              <a:ext uri="{FF2B5EF4-FFF2-40B4-BE49-F238E27FC236}">
                <a16:creationId xmlns:a16="http://schemas.microsoft.com/office/drawing/2014/main" id="{A10EF93E-EF32-90A3-86E2-145E5F0CD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444" y="938816"/>
            <a:ext cx="11103111" cy="498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4975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F0B1D8F5-E32E-FB59-078A-025372298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123" y="1597849"/>
            <a:ext cx="9155754" cy="366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5333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6482F1C-A02A-B660-E09B-DD9BE1A0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5" y="1418944"/>
            <a:ext cx="11993649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5024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D83B116-80BE-91C6-76BA-FE13D5D1F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6" y="423443"/>
            <a:ext cx="11660227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5819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7B04F07-BF95-A4D2-DC5F-270E27260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9" y="737812"/>
            <a:ext cx="11803122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0475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91E42DD-AD8C-73E3-C7DF-1EB18FFA1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679" y="1708009"/>
            <a:ext cx="9418641" cy="344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0455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7D084303-A66F-D863-343B-3829A13AC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02" y="805284"/>
            <a:ext cx="10558595" cy="524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5492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C1203B6-2513-5A10-25F3-54C4894AE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992" y="326210"/>
            <a:ext cx="8636015" cy="620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3592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A219724-4F63-E425-103E-45E7080DA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488" y="2013348"/>
            <a:ext cx="8107023" cy="28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3780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30FDEB8-767F-9BA4-E370-9C9BA428B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802" y="509787"/>
            <a:ext cx="6954395" cy="58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4272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62335A60-2E76-872B-222E-C9B7F02D4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382" y="657337"/>
            <a:ext cx="6281236" cy="55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9510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B526AB8C-AB74-48B0-8AEA-B9DCA03A2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4" y="494890"/>
            <a:ext cx="12117491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893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35CC914-5A14-7727-FDF6-3AB929472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" y="1201678"/>
            <a:ext cx="10553700" cy="445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2605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CFD88B9C-4E5C-D8D6-13EA-07D6528EF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54" y="1909203"/>
            <a:ext cx="11162291" cy="303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8760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DB471ACA-DE17-EAA0-DA06-4B46696C0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44" y="1421169"/>
            <a:ext cx="10125912" cy="401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0867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arta&#10;&#10;Descripción generada automáticamente">
            <a:extLst>
              <a:ext uri="{FF2B5EF4-FFF2-40B4-BE49-F238E27FC236}">
                <a16:creationId xmlns:a16="http://schemas.microsoft.com/office/drawing/2014/main" id="{D7093DA8-DA97-A672-76A5-219DFCBC9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00" y="1063291"/>
            <a:ext cx="9974999" cy="473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942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A7860B9-DFC0-A63E-5D1D-B3C9216AA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98" y="964687"/>
            <a:ext cx="9951004" cy="49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517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2</Words>
  <Application>Microsoft Office PowerPoint</Application>
  <PresentationFormat>Panorámica</PresentationFormat>
  <Paragraphs>1</Paragraphs>
  <Slides>185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185</vt:i4>
      </vt:variant>
    </vt:vector>
  </HeadingPairs>
  <TitlesOfParts>
    <vt:vector size="189" baseType="lpstr">
      <vt:lpstr>Arial</vt:lpstr>
      <vt:lpstr>Calibri</vt:lpstr>
      <vt:lpstr>Calibri Light</vt:lpstr>
      <vt:lpstr>Tema de Office</vt:lpstr>
      <vt:lpstr>SCRUM Framework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Framework</dc:title>
  <dc:creator>DIEGO MATIAS OBANDO AGUILERA</dc:creator>
  <cp:lastModifiedBy>DIEGO MATIAS OBANDO AGUILERA</cp:lastModifiedBy>
  <cp:revision>1</cp:revision>
  <dcterms:created xsi:type="dcterms:W3CDTF">2025-11-12T02:09:43Z</dcterms:created>
  <dcterms:modified xsi:type="dcterms:W3CDTF">2025-11-12T03:33:13Z</dcterms:modified>
</cp:coreProperties>
</file>