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viewProps" Target="view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theme" Target="theme/theme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presProps" Target="presProp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9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2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78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84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1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29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58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97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6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8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0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099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A43119-3811-312C-9177-8F2C0E29C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99024"/>
            <a:ext cx="3076032" cy="3914947"/>
          </a:xfrm>
        </p:spPr>
        <p:txBody>
          <a:bodyPr>
            <a:normAutofit/>
          </a:bodyPr>
          <a:lstStyle/>
          <a:p>
            <a:r>
              <a:rPr lang="es-CL" sz="4000"/>
              <a:t>Historia y Principios del Manifiesto Ágil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Diagrama&#10;&#10;Descripción generada automáticamente">
            <a:extLst>
              <a:ext uri="{FF2B5EF4-FFF2-40B4-BE49-F238E27FC236}">
                <a16:creationId xmlns:a16="http://schemas.microsoft.com/office/drawing/2014/main" id="{386352F8-9A08-E807-FA1A-312D047099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329"/>
          <a:stretch>
            <a:fillRect/>
          </a:stretch>
        </p:blipFill>
        <p:spPr>
          <a:xfrm>
            <a:off x="4038600" y="1360894"/>
            <a:ext cx="7353299" cy="413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13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D6150AA-AAAD-49EA-0CC4-B3B90CF74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2300"/>
            <a:ext cx="12192000" cy="541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839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D9B5CF9C-9285-927A-2617-B086E599B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18" y="1018838"/>
            <a:ext cx="11745964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89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87FA9A5-9C24-261D-8475-108DFC925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92" y="2930077"/>
            <a:ext cx="11933415" cy="9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395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9EAB04C6-BBBC-123E-F9A6-1D836E816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28" y="742575"/>
            <a:ext cx="11955543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17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80401FC-3834-8351-4BB3-B9D76FFBF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81" y="2195340"/>
            <a:ext cx="11555438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90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 con confianza media">
            <a:extLst>
              <a:ext uri="{FF2B5EF4-FFF2-40B4-BE49-F238E27FC236}">
                <a16:creationId xmlns:a16="http://schemas.microsoft.com/office/drawing/2014/main" id="{71112B41-4B62-EBC4-B603-A1C4B98E0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60" y="2457314"/>
            <a:ext cx="11860280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23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1AEC5A4A-DCD5-C0FB-D967-3A2A3AE44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567" y="496039"/>
            <a:ext cx="7972865" cy="586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78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Tabla&#10;&#10;Descripción generada automáticamente">
            <a:extLst>
              <a:ext uri="{FF2B5EF4-FFF2-40B4-BE49-F238E27FC236}">
                <a16:creationId xmlns:a16="http://schemas.microsoft.com/office/drawing/2014/main" id="{90838AC2-5BB6-8A13-7F78-BBCB1103A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187" y="1181202"/>
            <a:ext cx="7995626" cy="449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126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668F1A10-7D7B-0243-F7A8-0DC1CEF22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748" y="993886"/>
            <a:ext cx="9666504" cy="487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103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F706D8C3-8C79-4E7E-0448-7BF63060F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395" y="611371"/>
            <a:ext cx="5825210" cy="563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194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162277DE-EB2D-936E-FBE2-51A06CF88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4" y="2398879"/>
            <a:ext cx="11022811" cy="206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799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DB91BA12-99BB-9BE2-CB2F-2E731AD1C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185" y="455467"/>
            <a:ext cx="9627629" cy="594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713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A711E92-6311-07CE-5C4C-6BCFAC251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889" y="1195314"/>
            <a:ext cx="5962221" cy="446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9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131C3626-191B-50CD-8106-A5DD73481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69" y="1668182"/>
            <a:ext cx="11394661" cy="352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66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, Word&#10;&#10;Descripción generada automáticamente">
            <a:extLst>
              <a:ext uri="{FF2B5EF4-FFF2-40B4-BE49-F238E27FC236}">
                <a16:creationId xmlns:a16="http://schemas.microsoft.com/office/drawing/2014/main" id="{188DA037-5B2E-D094-9000-7BE30B214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70" y="866417"/>
            <a:ext cx="11888859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7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5764936D-B503-3BAC-176F-6F4DD09D4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328" y="1037875"/>
            <a:ext cx="10103343" cy="478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684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B789DBD9-945C-A2B3-E298-D3C4F2399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178" y="523029"/>
            <a:ext cx="4781643" cy="581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56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 con confianza media">
            <a:extLst>
              <a:ext uri="{FF2B5EF4-FFF2-40B4-BE49-F238E27FC236}">
                <a16:creationId xmlns:a16="http://schemas.microsoft.com/office/drawing/2014/main" id="{79F9D94A-7BB6-1CF7-273D-F41C5732E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624" y="1272563"/>
            <a:ext cx="8242751" cy="431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17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9781D165-9012-FAC0-CB83-1FD0EEDF5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44" y="918812"/>
            <a:ext cx="11726912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78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FFBFFCB4-7502-E4CC-B3D0-84FC8C526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9" y="747338"/>
            <a:ext cx="12012701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30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C2AB2C1-C312-42E3-3A5E-F712B017B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979" y="187595"/>
            <a:ext cx="4618042" cy="648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58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6F19D668-3EAD-B948-8FB4-8ED368F22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97" y="1538023"/>
            <a:ext cx="11869806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38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398EA90E-BD73-CF0A-DCC4-6CDC6CFE9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142" y="800960"/>
            <a:ext cx="7069715" cy="525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57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6CA831D-DDD5-6166-1573-5369B15E6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0334" y="882057"/>
            <a:ext cx="5891332" cy="509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87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9C0761A2-145C-C618-9A74-C09B1EEC5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419" y="1430252"/>
            <a:ext cx="9903162" cy="399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828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D1987655-769B-2EF1-B2FA-E710363F9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62" y="1030353"/>
            <a:ext cx="6553075" cy="479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21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3E5E9F53-4A26-CF68-3DD3-7710EA31E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50" y="1536255"/>
            <a:ext cx="10979900" cy="37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31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, Escala de tiempo&#10;&#10;Descripción generada automáticamente">
            <a:extLst>
              <a:ext uri="{FF2B5EF4-FFF2-40B4-BE49-F238E27FC236}">
                <a16:creationId xmlns:a16="http://schemas.microsoft.com/office/drawing/2014/main" id="{0EC7CD4D-6B04-812F-C463-2331B490D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207" y="879357"/>
            <a:ext cx="7289585" cy="509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8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14DC5CE-FE3B-0CF9-E10A-10C581EFD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059" y="1782282"/>
            <a:ext cx="7695882" cy="329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32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9DD5FD44-F53F-CE87-0AB4-D11898035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02" y="1009312"/>
            <a:ext cx="11793596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950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3CDA312-9B6B-AF81-9066-03C698B79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025" y="809279"/>
            <a:ext cx="5187949" cy="523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352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5A891590-78CF-91D8-0DB0-EC611D87A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854" y="536369"/>
            <a:ext cx="9554292" cy="578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5248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92B5F452-8C3B-2E62-022F-48F962FD5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235" y="271614"/>
            <a:ext cx="4855530" cy="631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731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E1E8ED52-A32D-39C5-EDE6-0A6F9BCFC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407" y="701330"/>
            <a:ext cx="8161186" cy="545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5381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20176A86-43E2-3D6B-9161-8786CED66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213" y="176104"/>
            <a:ext cx="5941573" cy="650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2356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595BE664-F874-A88B-54E6-6BCC59753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668" y="257983"/>
            <a:ext cx="4992664" cy="634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611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4850DCC2-2A56-79FD-C183-9862749F3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593" y="269478"/>
            <a:ext cx="4390072" cy="6319042"/>
          </a:xfrm>
          <a:prstGeom prst="rect">
            <a:avLst/>
          </a:prstGeom>
        </p:spPr>
      </p:pic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8FE176DD-64FB-3B2E-F6AC-FC9AFD4FF7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75867"/>
            <a:ext cx="4497407" cy="470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219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58C1C3D6-2AC8-293C-9CBB-A3FDBC915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933" y="1034432"/>
            <a:ext cx="5774134" cy="478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705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241AABC-36D1-D0A7-6D15-277A8AF60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634" y="525043"/>
            <a:ext cx="4920990" cy="5807914"/>
          </a:xfrm>
          <a:prstGeom prst="rect">
            <a:avLst/>
          </a:prstGeom>
        </p:spPr>
      </p:pic>
      <p:pic>
        <p:nvPicPr>
          <p:cNvPr id="6" name="Imagen 5" descr="Texto, Carta&#10;&#10;Descripción generada automáticamente">
            <a:extLst>
              <a:ext uri="{FF2B5EF4-FFF2-40B4-BE49-F238E27FC236}">
                <a16:creationId xmlns:a16="http://schemas.microsoft.com/office/drawing/2014/main" id="{A0AE20CF-C194-03C5-CD3F-47C7CFA1EA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624" y="1267445"/>
            <a:ext cx="3964048" cy="432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111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D276EDCF-FD12-0FE5-D975-EFFEB4C80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916" y="234134"/>
            <a:ext cx="5008168" cy="638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8549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, Correo electrónico&#10;&#10;Descripción generada automáticamente">
            <a:extLst>
              <a:ext uri="{FF2B5EF4-FFF2-40B4-BE49-F238E27FC236}">
                <a16:creationId xmlns:a16="http://schemas.microsoft.com/office/drawing/2014/main" id="{A2532FD4-FFF4-2CCC-64F4-3B5762934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929" y="704394"/>
            <a:ext cx="5808142" cy="544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7820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 con confianza media">
            <a:extLst>
              <a:ext uri="{FF2B5EF4-FFF2-40B4-BE49-F238E27FC236}">
                <a16:creationId xmlns:a16="http://schemas.microsoft.com/office/drawing/2014/main" id="{0F84A88E-35F8-3A16-E9AA-83EA3F81A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39" y="656838"/>
            <a:ext cx="11622122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9337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9DADFEF-CFCC-E279-C494-27715EBB5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866" y="739136"/>
            <a:ext cx="6452268" cy="537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32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 con confianza media">
            <a:extLst>
              <a:ext uri="{FF2B5EF4-FFF2-40B4-BE49-F238E27FC236}">
                <a16:creationId xmlns:a16="http://schemas.microsoft.com/office/drawing/2014/main" id="{91CB1B8D-A934-4325-EB1D-3B5246425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051" y="824988"/>
            <a:ext cx="9891897" cy="520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440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EFD5579-004E-3ECC-9399-87083492E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472" y="1108547"/>
            <a:ext cx="9965055" cy="464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335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 con confianza media">
            <a:extLst>
              <a:ext uri="{FF2B5EF4-FFF2-40B4-BE49-F238E27FC236}">
                <a16:creationId xmlns:a16="http://schemas.microsoft.com/office/drawing/2014/main" id="{C059CF5D-421B-7E17-7683-66BCE3D88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39" y="2433498"/>
            <a:ext cx="11622122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621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282C43DA-AF05-D698-DE81-6D8254012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280" y="107052"/>
            <a:ext cx="4939440" cy="664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80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E756C5DA-EA1A-87E5-D621-7E3AE9946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86" y="1476102"/>
            <a:ext cx="11841227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9876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3BADE9C9-A78A-1237-D293-59F0E5B9E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740" y="187397"/>
            <a:ext cx="5868520" cy="648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121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14C33C58-F495-6590-280A-1DF5CE736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816" y="702473"/>
            <a:ext cx="9752367" cy="545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838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F3234DDD-2623-4818-8CA9-F33DCD049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266" y="1135767"/>
            <a:ext cx="8897468" cy="458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2405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DBC3C9A-B266-8184-0FCA-C354081B6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927" y="679986"/>
            <a:ext cx="6168146" cy="549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298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94EBCCB6-6D78-4473-2C7E-BB690F1B1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70" y="2119129"/>
            <a:ext cx="11888859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977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FB56BCF5-E817-CFC8-0CF8-775A6A22C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54" y="2042919"/>
            <a:ext cx="11936491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3659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 con confianza baja">
            <a:extLst>
              <a:ext uri="{FF2B5EF4-FFF2-40B4-BE49-F238E27FC236}">
                <a16:creationId xmlns:a16="http://schemas.microsoft.com/office/drawing/2014/main" id="{AA5521DB-99C3-0D47-9C27-08076C384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757" y="193831"/>
            <a:ext cx="5032485" cy="647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060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AC11859B-FC99-B369-41CB-F737F3D55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123" y="680493"/>
            <a:ext cx="4709753" cy="549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904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DCAAB91A-A9AD-9541-88A2-951788156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052" y="808031"/>
            <a:ext cx="8949895" cy="524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753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0A4C175C-CEA6-48A8-A8BE-EAFB88E74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691" y="1306796"/>
            <a:ext cx="6842618" cy="424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5879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, Word&#10;&#10;Descripción generada automáticamente">
            <a:extLst>
              <a:ext uri="{FF2B5EF4-FFF2-40B4-BE49-F238E27FC236}">
                <a16:creationId xmlns:a16="http://schemas.microsoft.com/office/drawing/2014/main" id="{06FFDD1C-392E-74E9-98A2-EAC1D6822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86" y="480601"/>
            <a:ext cx="11841227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524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550E647D-D338-E166-FFC5-4C743A431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46" y="694722"/>
            <a:ext cx="5617698" cy="5468555"/>
          </a:xfrm>
          <a:prstGeom prst="rect">
            <a:avLst/>
          </a:prstGeom>
        </p:spPr>
      </p:pic>
      <p:pic>
        <p:nvPicPr>
          <p:cNvPr id="6" name="Imagen 5" descr="Diagrama&#10;&#10;Descripción generada automáticamente">
            <a:extLst>
              <a:ext uri="{FF2B5EF4-FFF2-40B4-BE49-F238E27FC236}">
                <a16:creationId xmlns:a16="http://schemas.microsoft.com/office/drawing/2014/main" id="{35F4DE82-E9F3-3A05-DC34-C113DE3C7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64497"/>
            <a:ext cx="5617698" cy="432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606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2041B450-1ACE-14C6-DF42-762F076B4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949" y="68508"/>
            <a:ext cx="4958102" cy="672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9061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C5CF99B3-5408-7C1D-255B-948120A52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970" y="237515"/>
            <a:ext cx="5152060" cy="638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9925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84BDB58A-E60D-DF09-018C-99DC6C3FE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42" y="310135"/>
            <a:ext cx="5314116" cy="623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32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F4F468A-F814-20CC-544E-439C51805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362" y="421403"/>
            <a:ext cx="5223276" cy="601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445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89D39133-5751-C610-25BA-167474794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221" y="336795"/>
            <a:ext cx="4917558" cy="618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5508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365D5C8-ECE4-D36B-FC88-A0E98DC03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7375" y="393728"/>
            <a:ext cx="4837250" cy="607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2286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1615F126-8D2B-9196-9EAF-3812DB73B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300" y="160574"/>
            <a:ext cx="5619399" cy="653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008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D94A7212-D300-0C69-4740-31EB9130F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044" y="276175"/>
            <a:ext cx="5957912" cy="630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0867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DA8BFD17-4355-EF3F-630F-ED0C85468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476" y="910760"/>
            <a:ext cx="7083047" cy="503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51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38FEB449-0D22-5B89-9CDF-EEBD69AE4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97" y="269757"/>
            <a:ext cx="10248005" cy="631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543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69661209-85A9-886C-16C8-83AAD531B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48" y="783243"/>
            <a:ext cx="10234903" cy="529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0856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Diagrama&#10;&#10;Descripción generada automáticamente con confianza media">
            <a:extLst>
              <a:ext uri="{FF2B5EF4-FFF2-40B4-BE49-F238E27FC236}">
                <a16:creationId xmlns:a16="http://schemas.microsoft.com/office/drawing/2014/main" id="{A48CF2EA-E702-BF3D-7184-6100905C5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28" y="928338"/>
            <a:ext cx="11774543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1592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7C185C37-2646-73BD-15B9-961189B25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63" y="482720"/>
            <a:ext cx="11368474" cy="589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0083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7FE36FE-BBD4-CE06-CB92-56CA046A7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913" y="950983"/>
            <a:ext cx="7602174" cy="495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165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9FF87CF6-AEC7-8217-1AD1-BE42840A8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78" y="306618"/>
            <a:ext cx="10334644" cy="624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3194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71A8616-C868-CD26-44BF-7B384EF7F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572" y="1205699"/>
            <a:ext cx="7342856" cy="444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313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B82DB919-666D-6963-ACC5-9C43AEEBB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917" y="972053"/>
            <a:ext cx="10074165" cy="491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291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2FD1E95-A65D-2151-35CE-C22708833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022" y="157600"/>
            <a:ext cx="4427955" cy="65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6522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391400C-4EFC-274B-4A20-4C571E867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5370" y="188597"/>
            <a:ext cx="4961259" cy="648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8351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857B4950-4539-3F01-9EBE-515498C4C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709" y="405771"/>
            <a:ext cx="5180581" cy="604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7899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9914F2F-897A-8551-AC5C-E2EC87B40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791" y="838091"/>
            <a:ext cx="6350418" cy="518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6999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255E6BC-3247-B638-739C-7F89093E9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140" y="526236"/>
            <a:ext cx="5855719" cy="580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85032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9D1C0DC-DBF4-DD2E-F38D-CF09A67A2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695" y="419364"/>
            <a:ext cx="5854610" cy="601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0688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4F34535-8C87-D728-86A2-98921ECC2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928" y="643355"/>
            <a:ext cx="5664143" cy="557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24852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0E93768E-371B-37E8-1038-0F9AE4CFA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68" y="742423"/>
            <a:ext cx="10244663" cy="537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0743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93F8ADA3-EA9F-50CB-E4D4-0F8538E68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734" y="420205"/>
            <a:ext cx="6386532" cy="601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63219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367FA014-A717-AA22-E6D6-4A83E7449C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253" y="1359472"/>
            <a:ext cx="8441493" cy="413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751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D3C2A702-6487-1F37-B513-8F30EB3F3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079" y="481719"/>
            <a:ext cx="10637841" cy="589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8336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 con confianza media">
            <a:extLst>
              <a:ext uri="{FF2B5EF4-FFF2-40B4-BE49-F238E27FC236}">
                <a16:creationId xmlns:a16="http://schemas.microsoft.com/office/drawing/2014/main" id="{D554B1B7-5C04-7C94-9BBD-838804D57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316" y="220981"/>
            <a:ext cx="5881368" cy="641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60378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F7D77FCE-DABD-DC58-0F5E-514F9A730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410" y="220384"/>
            <a:ext cx="5529179" cy="641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0133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CDAF4050-8295-F43B-B2F9-90657C7BC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265" y="158718"/>
            <a:ext cx="4929469" cy="654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12212E8A-0957-6457-CF8E-D43B81208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381" y="730536"/>
            <a:ext cx="6591237" cy="539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7354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1759686C-B07A-41D1-0A89-47026C723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563" y="292740"/>
            <a:ext cx="5806873" cy="627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73266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ECE09AF7-D2CE-48EE-0C4C-A087B6E81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60" y="1028365"/>
            <a:ext cx="11860280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3514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EB09E79-9E9D-2C3B-F917-CC306F96F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229" y="876955"/>
            <a:ext cx="6363541" cy="510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3740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CD24E471-AB87-E130-5A8A-41D27C0C8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477" y="196908"/>
            <a:ext cx="4039045" cy="646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5841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Aplicación&#10;&#10;Descripción generada automáticamente">
            <a:extLst>
              <a:ext uri="{FF2B5EF4-FFF2-40B4-BE49-F238E27FC236}">
                <a16:creationId xmlns:a16="http://schemas.microsoft.com/office/drawing/2014/main" id="{17E3ADD8-CECF-57E2-4C33-E23257D16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078" y="110319"/>
            <a:ext cx="4519844" cy="663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1098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D6F7C85E-BA64-BAA7-6A02-603D31226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826" y="170612"/>
            <a:ext cx="5222347" cy="651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74677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D331601E-8500-4352-9FAE-C964CCD97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468" y="271419"/>
            <a:ext cx="5414807" cy="6315161"/>
          </a:xfrm>
          <a:prstGeom prst="rect">
            <a:avLst/>
          </a:prstGeom>
        </p:spPr>
      </p:pic>
      <p:pic>
        <p:nvPicPr>
          <p:cNvPr id="6" name="Imagen 5" descr="Texto, Carta&#10;&#10;Descripción generada automáticamente">
            <a:extLst>
              <a:ext uri="{FF2B5EF4-FFF2-40B4-BE49-F238E27FC236}">
                <a16:creationId xmlns:a16="http://schemas.microsoft.com/office/drawing/2014/main" id="{B384AFF4-6FB7-C877-C698-48C4627CF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275" y="368559"/>
            <a:ext cx="5239013" cy="621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85627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330A0F84-CAFA-C8CA-C53E-009F88203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401" y="221888"/>
            <a:ext cx="5120599" cy="6414224"/>
          </a:xfrm>
          <a:prstGeom prst="rect">
            <a:avLst/>
          </a:prstGeom>
        </p:spPr>
      </p:pic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3E0B8691-8456-C3F7-6A19-4512C8E70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307" y="111157"/>
            <a:ext cx="4725818" cy="663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796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FD9E56CF-9DBF-CD3B-0B04-8E8C34451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853" y="240326"/>
            <a:ext cx="8700294" cy="637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0959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0B40B77-7240-7BB9-5746-8290D24C4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092" y="2019664"/>
            <a:ext cx="7347816" cy="281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7643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8A3C0A14-EE05-4EE8-7CA6-96593F17F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988" y="408532"/>
            <a:ext cx="10246024" cy="604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6847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, Escala de tiempo&#10;&#10;Descripción generada automáticamente">
            <a:extLst>
              <a:ext uri="{FF2B5EF4-FFF2-40B4-BE49-F238E27FC236}">
                <a16:creationId xmlns:a16="http://schemas.microsoft.com/office/drawing/2014/main" id="{AF11F61D-A88A-5084-12B2-3134BA55E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41" y="497188"/>
            <a:ext cx="10501518" cy="586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7611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005644F4-0B07-6E56-7D63-57D5FA26D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02" y="1833340"/>
            <a:ext cx="11793596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9260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CDECD50-8568-F0C4-B944-C01B84DC3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476" y="243463"/>
            <a:ext cx="5805048" cy="637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08205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F519463-C4AE-9828-5541-F6F382B6D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73" y="1856111"/>
            <a:ext cx="7721454" cy="314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96528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279DB436-AB56-4AE3-1DAA-E5962AABA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2086" y="436519"/>
            <a:ext cx="5227828" cy="598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71109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5488D27D-EC84-7B7D-C36A-2025A01B8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75" y="1571366"/>
            <a:ext cx="11812649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00231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555FB490-BA43-43D5-AA46-41AE38DF1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816" y="702605"/>
            <a:ext cx="10134367" cy="545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8800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97D9A3D4-1321-EC47-D933-91F03252E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479" y="450674"/>
            <a:ext cx="5789041" cy="595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7370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E1FCAD9-D9CB-A3C9-9368-D46FF0E49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398" y="1029082"/>
            <a:ext cx="7049204" cy="479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15749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1D9D6C25-EE5A-573E-3A5F-4B42DFA64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846" y="798361"/>
            <a:ext cx="5902307" cy="526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89375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E7066E4-458E-6FB1-5FE9-651D82B2DD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851" y="804092"/>
            <a:ext cx="6588297" cy="524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63283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3E59AEF-43A3-0F11-80D8-CF956C0E9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850" y="412635"/>
            <a:ext cx="5182299" cy="603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82312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0ECAFC2A-22CD-2DFA-F27F-FF188FDEC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716" y="878544"/>
            <a:ext cx="5850567" cy="510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540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EBB4E828-0BD4-4A6B-5A6F-3F95175FE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66" y="255062"/>
            <a:ext cx="4734234" cy="6347875"/>
          </a:xfrm>
          <a:prstGeom prst="rect">
            <a:avLst/>
          </a:prstGeom>
        </p:spPr>
      </p:pic>
      <p:pic>
        <p:nvPicPr>
          <p:cNvPr id="6" name="Imagen 5" descr="Texto, Carta&#10;&#10;Descripción generada automáticamente">
            <a:extLst>
              <a:ext uri="{FF2B5EF4-FFF2-40B4-BE49-F238E27FC236}">
                <a16:creationId xmlns:a16="http://schemas.microsoft.com/office/drawing/2014/main" id="{288AEE8F-DC65-D87C-4CBE-86A9093EF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61602"/>
            <a:ext cx="5572951" cy="393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5716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577AB8BB-6897-AA53-65AD-FA88B58E6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075" y="488784"/>
            <a:ext cx="9723850" cy="588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8238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 con confianza media">
            <a:extLst>
              <a:ext uri="{FF2B5EF4-FFF2-40B4-BE49-F238E27FC236}">
                <a16:creationId xmlns:a16="http://schemas.microsoft.com/office/drawing/2014/main" id="{D4D96964-5E20-461B-8211-6BAAAABE1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002" y="165065"/>
            <a:ext cx="5765996" cy="652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15062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E2696D13-ECDE-1492-0861-95CAD8945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5" y="1895261"/>
            <a:ext cx="11993649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6291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D616A5C-FCB1-7B2E-EE75-04AD9D587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373" y="186707"/>
            <a:ext cx="5575253" cy="648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35993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F6027BCB-436C-FB5F-DE10-FC74A89A1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709" y="202890"/>
            <a:ext cx="4640581" cy="645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00348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0ED5F30-D05E-DA6B-CD45-57CF2519A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4612" y="255014"/>
            <a:ext cx="4702776" cy="634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3338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D9E9CC30-D1EA-B5FB-BE20-A83967C3C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179" y="403084"/>
            <a:ext cx="9271641" cy="605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3075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BA2BB7C0-84F2-FFFE-A759-84F14B8AC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70" y="580952"/>
            <a:ext cx="10452059" cy="569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30866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DD02167-EAE7-2601-D9C6-03576C20B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345" y="1129004"/>
            <a:ext cx="9655309" cy="459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0338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 con confianza baja">
            <a:extLst>
              <a:ext uri="{FF2B5EF4-FFF2-40B4-BE49-F238E27FC236}">
                <a16:creationId xmlns:a16="http://schemas.microsoft.com/office/drawing/2014/main" id="{008B31AF-92C1-E446-C247-B398AD592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07" y="2552577"/>
            <a:ext cx="11717385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1838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48A8D0E3-5A4A-1889-F459-156D183AE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139" y="139481"/>
            <a:ext cx="6027721" cy="657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7142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2906AD7F-F70E-F68D-E193-0BFC44791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63" y="434488"/>
            <a:ext cx="10105074" cy="598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58520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80117C82-25A7-11C6-3686-23DB5B84F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94" y="550575"/>
            <a:ext cx="10641812" cy="575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8408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, Sitio web&#10;&#10;Descripción generada automáticamente">
            <a:extLst>
              <a:ext uri="{FF2B5EF4-FFF2-40B4-BE49-F238E27FC236}">
                <a16:creationId xmlns:a16="http://schemas.microsoft.com/office/drawing/2014/main" id="{BC7102F0-DEA5-161F-38BE-5E9F9BF40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04" y="1225080"/>
            <a:ext cx="10813191" cy="440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7224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D96FA80-D6DC-A5AD-DFC6-94F42684D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644" y="394932"/>
            <a:ext cx="7678711" cy="606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9760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6AAD0776-59C0-4895-ACFA-973A28DA1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215" y="326806"/>
            <a:ext cx="7167569" cy="620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5877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D72D7BA-40D2-468A-1157-ACE79A419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712" y="1574781"/>
            <a:ext cx="8154575" cy="370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24713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B7C5096-835A-9164-BFEE-3E8DB3C20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502" y="441120"/>
            <a:ext cx="9206996" cy="597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59650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DEAE77CF-D322-9917-5D41-7A68A3F85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06" y="349070"/>
            <a:ext cx="10323787" cy="615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6453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953BA30E-4122-2FBE-808C-1C3B497AC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884" y="350173"/>
            <a:ext cx="10034232" cy="615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6466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3E767E9F-7963-6BAC-7FFE-A2B91FD19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21" y="192568"/>
            <a:ext cx="10629557" cy="647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83409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84E594E6-DE3C-F325-8642-FB445DCB3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497" y="516039"/>
            <a:ext cx="7601006" cy="582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5502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9A38CB6B-68EB-48E3-68C4-A6CE6DF14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815" y="819399"/>
            <a:ext cx="9562369" cy="521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9453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180D572A-04C3-9C46-C646-A9F262E2A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666" y="284495"/>
            <a:ext cx="7368667" cy="628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25783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7E1A236-802B-7FC3-586F-478E02F2A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61" y="992533"/>
            <a:ext cx="11362478" cy="487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09974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F5F548FA-DD38-D1DC-DB4F-6F28C096E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700" y="271848"/>
            <a:ext cx="5562600" cy="631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091178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9B08965-A432-52CE-22D9-F3B1BA117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42" y="1311244"/>
            <a:ext cx="11452515" cy="423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15260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EF7B736E-B1EB-6192-C6FC-3BD5A312B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02" y="1585947"/>
            <a:ext cx="10446395" cy="368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70864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48E4E7FB-4EDF-1A0D-5470-C2307B203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86" y="422282"/>
            <a:ext cx="10457628" cy="601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9069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A93D7E9-BE24-2A73-A5ED-16BD39DCC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321" y="225093"/>
            <a:ext cx="4425357" cy="640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80374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029BE327-BCD8-3259-5C45-EE4CE65F4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154" y="389211"/>
            <a:ext cx="8423692" cy="607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9836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Aplicación&#10;&#10;Descripción generada automáticamente">
            <a:extLst>
              <a:ext uri="{FF2B5EF4-FFF2-40B4-BE49-F238E27FC236}">
                <a16:creationId xmlns:a16="http://schemas.microsoft.com/office/drawing/2014/main" id="{94493668-2CBA-77A2-0BD1-19970B0F1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472" y="263930"/>
            <a:ext cx="5711056" cy="633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44310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C3BD14A6-150F-7CBF-3EAD-09CCCB0AC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89" y="564331"/>
            <a:ext cx="10708821" cy="572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5318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 con confianza media">
            <a:extLst>
              <a:ext uri="{FF2B5EF4-FFF2-40B4-BE49-F238E27FC236}">
                <a16:creationId xmlns:a16="http://schemas.microsoft.com/office/drawing/2014/main" id="{A163E9E6-A245-14FC-571A-BDD775010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23" y="1588207"/>
            <a:ext cx="11658354" cy="368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04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89C75BCC-AF6C-7AC3-A28A-15948DD5A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70" y="2404919"/>
            <a:ext cx="11888859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4903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621F8EAC-48E3-317D-DD41-AEA22D76B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40" y="624183"/>
            <a:ext cx="10900119" cy="560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2328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164E763C-2CF2-70EB-4FCB-1DEBFB0BD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598" y="1076709"/>
            <a:ext cx="8188803" cy="470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82057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177644F1-2D7A-CFAB-B16F-EE4A077ED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52" y="1341916"/>
            <a:ext cx="8651296" cy="417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78195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EADBF969-21BB-E71C-2823-F7A051484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9" y="1785629"/>
            <a:ext cx="11984122" cy="328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0864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AD21047-1E5E-9171-B58D-DC38BB3EA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525" y="831153"/>
            <a:ext cx="7024949" cy="519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79873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2A46DF60-51E9-8C6B-2A6F-578EEE701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669" y="1812852"/>
            <a:ext cx="10476662" cy="323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68974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51A9F09-CCFB-5812-8267-5479F4BBC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854" y="203423"/>
            <a:ext cx="4140292" cy="645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118284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A5C035AB-E57F-5882-D7D8-D7AC15F0B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95" y="410987"/>
            <a:ext cx="10448009" cy="603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6875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39BC3CD-3845-AB36-FB0A-3344FF952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517" y="321674"/>
            <a:ext cx="5362965" cy="621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7776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CDAAE6DF-4C96-02F6-71D0-A0D6B0B9A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44" y="1371313"/>
            <a:ext cx="11907912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8978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D95634B-BCBB-8095-BCEC-BEE9F7789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148" y="286538"/>
            <a:ext cx="4853703" cy="628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8767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90783930-2838-5B6C-A6A8-A2BFA8D71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291" y="357819"/>
            <a:ext cx="8423418" cy="614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7662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D767D963-F7E6-7D1B-88BB-7FCB86136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225" y="134057"/>
            <a:ext cx="5245549" cy="658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20758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5A003C39-6048-E671-0F3B-7727BC619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502" y="849301"/>
            <a:ext cx="8598996" cy="515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484175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circular&#10;&#10;Descripción generada automáticamente">
            <a:extLst>
              <a:ext uri="{FF2B5EF4-FFF2-40B4-BE49-F238E27FC236}">
                <a16:creationId xmlns:a16="http://schemas.microsoft.com/office/drawing/2014/main" id="{F4091698-A940-65FB-3F4D-809E6FCC4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712" y="357323"/>
            <a:ext cx="8318575" cy="614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56649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2F78D72-8CFA-CEDE-9C02-0580880E6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131" y="139267"/>
            <a:ext cx="4697738" cy="657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51155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B99EED3F-1612-6CEB-D5F1-497DF6041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70" y="2186200"/>
            <a:ext cx="11483059" cy="248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0034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C982BAD-36AF-7C43-5C46-5D7677A8F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683" y="896894"/>
            <a:ext cx="5108634" cy="506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4656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49FA5A5E-A342-2279-783D-39A56E7BF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588" y="572451"/>
            <a:ext cx="5010823" cy="571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4991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9827864F-D532-7DAE-64DB-9CAB12205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31" y="1462373"/>
            <a:ext cx="10611938" cy="393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63402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DD28FAC-BB09-CABB-11AC-349336F92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841" y="177917"/>
            <a:ext cx="4150318" cy="650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5028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C54B2480-FB62-CC65-ECC9-5F25AF1B3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565" y="516359"/>
            <a:ext cx="10606869" cy="582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2067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8F456CF-62BA-D1F1-AF32-293CD2ED8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413" y="1113700"/>
            <a:ext cx="8729173" cy="463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82613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0FB817E-6C6B-0F1F-34E7-82C2F11D1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05" y="309377"/>
            <a:ext cx="5575495" cy="6239246"/>
          </a:xfrm>
          <a:prstGeom prst="rect">
            <a:avLst/>
          </a:prstGeom>
        </p:spPr>
      </p:pic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E7CB43B0-EBFB-AEF6-FDF2-4C0B8D19F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9377"/>
            <a:ext cx="5009709" cy="623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651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4DE3A469-D00E-E81C-6B95-8E8162162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406" y="2012288"/>
            <a:ext cx="7809187" cy="283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03699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6</Words>
  <Application>Microsoft Office PowerPoint</Application>
  <PresentationFormat>Panorámica</PresentationFormat>
  <Paragraphs>1</Paragraphs>
  <Slides>178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178</vt:i4>
      </vt:variant>
    </vt:vector>
  </HeadingPairs>
  <TitlesOfParts>
    <vt:vector size="182" baseType="lpstr">
      <vt:lpstr>Arial</vt:lpstr>
      <vt:lpstr>Calisto MT</vt:lpstr>
      <vt:lpstr>Univers Condensed</vt:lpstr>
      <vt:lpstr>ChronicleVTI</vt:lpstr>
      <vt:lpstr>Historia y Principios del Manifiesto Ágil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 y Principios del Manifiesto Ágil</dc:title>
  <dc:creator>DIEGO MATIAS OBANDO AGUILERA</dc:creator>
  <cp:lastModifiedBy>DIEGO MATIAS OBANDO AGUILERA</cp:lastModifiedBy>
  <cp:revision>3</cp:revision>
  <dcterms:created xsi:type="dcterms:W3CDTF">2025-11-10T09:04:08Z</dcterms:created>
  <dcterms:modified xsi:type="dcterms:W3CDTF">2025-11-11T03:50:51Z</dcterms:modified>
</cp:coreProperties>
</file>