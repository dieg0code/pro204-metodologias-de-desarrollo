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presProps" Target="presProp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44056C-A738-F800-0F51-A03B73B53F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D7B2D75-E9B6-DDAC-F988-4CFC9D52F8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0C227A-C6AE-2BD3-4E2D-6287EAD4E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12ACBF-4D17-14EC-261E-A3AE2484D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55C4C5-84FA-6F33-44C6-CF2919C56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07802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2FF382-07F2-7B25-CAFA-31BBECC01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BEE27C-4BF1-6B0A-B549-47A7364B9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941E29-A288-431B-6EC6-43EC86A75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AAFE30-CB94-A2F4-79D3-7BFF74257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5C60BBB-D307-10DD-1F71-1603F7923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81068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8C32BC-0257-9E5A-0257-51C41CE18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9A55596-4174-3232-F008-096CEFEB9E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DD1147C-8688-0023-F046-68319E7CF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383BF6-36BE-EA89-1FEF-132B05AD9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F3606C-3277-40B0-138F-60D0048A7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72281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2EA730-40F5-860E-1EC8-CBA6BDF41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E9E541-5862-395E-C009-8783EA9AA4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5BF92AC-F15D-36C7-D045-227642FFD0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380CFFC-F55E-661C-73ED-7519CAD2F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EC579B6-26BB-C87E-966A-29C735A69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837922A-68AE-3017-A33E-929F2B261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9403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2EFA9A-4877-5711-60E1-5864A47EC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AC0F799-6593-9659-CE1F-8F32F7C89C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055E872-7A7C-D179-E263-CB714493BB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214DF47-FDFC-4C62-40F1-3309707126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505EE33-D2AA-A717-3D7C-ADE84693D9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1967ADA-E9DA-192D-CA36-7184F9513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1AEEA67-8E2C-AE4C-7282-31E1B27BC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7F95A8C-CADA-0545-C929-3AD63802C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05752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2E840E-C2D8-EE3B-B9DD-492BE246E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AA41EAB-FC1E-D216-2F0D-DBF15DD38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50B0D6F-6AE2-D237-A7E1-BBF18826B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C67EE8F-F074-4CF9-71C6-72805B848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80254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5079960-F91C-92D8-6B9B-9DC1180B3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30DC6F3-36AC-BB58-6D99-E0BE07501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AD2212B-94A0-1FE2-54F8-CE433EBD9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51830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186BB3-A979-6448-C7F0-E5A4ED45E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175015-7F80-E1DA-B393-D33FCF7D6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BAD7FB6-5B78-B5C4-D605-D50B855900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F7CC01F-C742-34D2-430E-588166190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1B977C-CEAA-D446-FD92-675AA8B2E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5A9616F-DF29-3E06-D698-740E096F2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01232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D98F37-6679-3170-C858-1FA442D4E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03111E1-AEEE-79DE-1B8F-BFE48FBB3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9B10F41-FEF1-3B69-E0BB-4794203F43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5B9EFE4-1DA2-8992-6B84-204CDEFAF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A4660B3-5396-06AE-9602-71307D2E9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919DC0F-3B6A-0FCE-E946-EFCC52D47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50694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031AA8-73B8-170E-B007-6219740F4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BF815A3-695D-4F2E-1860-8A36EE1FC5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725F45-0B93-42A9-B40D-B6EB14312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1A0715-5011-C05F-CB45-E5943D8CD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DA7DB2A-D884-7DEC-D47C-2E1C02FFF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094797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75CBB42-1712-8E2D-BDB2-D5E0C7001B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2A765C6-714C-0987-2244-324E48615F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BBAE5C5-8044-2AE1-8194-FE7C96310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CEDD0C-657C-2221-D89F-877B2C88D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E88D9ED-6A05-3FDA-1786-72E118F08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605266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842CEF5-F183-CF42-9E7C-BF0B24374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54B7B21-DB7C-B22D-7040-56481EB733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5721B5-5A24-D4E8-8112-B1CE11E549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3ED0CC-082F-4160-86E5-0D6041F12778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23660F-7CFC-BACA-ABA2-4785569A8A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1D2B9B-876A-C6CE-C3D9-0DE13B20F4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334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ED8519-0523-A463-00CD-A20ED8B0BB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8948" y="1233378"/>
            <a:ext cx="5441285" cy="2364964"/>
          </a:xfrm>
        </p:spPr>
        <p:txBody>
          <a:bodyPr>
            <a:normAutofit/>
          </a:bodyPr>
          <a:lstStyle/>
          <a:p>
            <a:r>
              <a:rPr lang="es-CL" dirty="0"/>
              <a:t>Metodologías de Desarrollo - RUP</a:t>
            </a:r>
          </a:p>
        </p:txBody>
      </p:sp>
      <p:pic>
        <p:nvPicPr>
          <p:cNvPr id="4" name="Picture 2" descr="Diagrama, Dibujo de ingeniería&#10;&#10;Descripción generada automáticamente">
            <a:extLst>
              <a:ext uri="{FF2B5EF4-FFF2-40B4-BE49-F238E27FC236}">
                <a16:creationId xmlns:a16="http://schemas.microsoft.com/office/drawing/2014/main" id="{02DD0A07-EC10-F9F5-60D2-BA90192F3F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326" r="29011"/>
          <a:stretch>
            <a:fillRect/>
          </a:stretch>
        </p:blipFill>
        <p:spPr>
          <a:xfrm>
            <a:off x="7620351" y="10"/>
            <a:ext cx="4571649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120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C8F11C29-86A9-ADAC-72A7-FF8316BE61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44" y="93702"/>
            <a:ext cx="12088912" cy="6405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921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9CBF8051-005F-EEE8-3449-F4851AB7CA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518" y="518706"/>
            <a:ext cx="11564964" cy="582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944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, Escala de tiempo&#10;&#10;Descripción generada automáticamente">
            <a:extLst>
              <a:ext uri="{FF2B5EF4-FFF2-40B4-BE49-F238E27FC236}">
                <a16:creationId xmlns:a16="http://schemas.microsoft.com/office/drawing/2014/main" id="{314E4304-67B8-6707-0576-34F9F702AF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728" y="880707"/>
            <a:ext cx="11774543" cy="509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712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Captura de pantalla de un celular con texto&#10;&#10;Descripción generada automáticamente">
            <a:extLst>
              <a:ext uri="{FF2B5EF4-FFF2-40B4-BE49-F238E27FC236}">
                <a16:creationId xmlns:a16="http://schemas.microsoft.com/office/drawing/2014/main" id="{9E281083-E31A-9BD7-0F7E-EB42399CE2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860" y="2266788"/>
            <a:ext cx="11498280" cy="232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888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Escala de tiempo&#10;&#10;Descripción generada automáticamente">
            <a:extLst>
              <a:ext uri="{FF2B5EF4-FFF2-40B4-BE49-F238E27FC236}">
                <a16:creationId xmlns:a16="http://schemas.microsoft.com/office/drawing/2014/main" id="{093BA323-7742-31D0-A900-FAEA288568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176" y="737812"/>
            <a:ext cx="11631648" cy="538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714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3891E00-CDAE-CDD8-C13F-B8DDA6FBCA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7236" y="443621"/>
            <a:ext cx="7997528" cy="5970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928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&#10;&#10;Descripción generada automáticamente">
            <a:extLst>
              <a:ext uri="{FF2B5EF4-FFF2-40B4-BE49-F238E27FC236}">
                <a16:creationId xmlns:a16="http://schemas.microsoft.com/office/drawing/2014/main" id="{063D8674-1FA4-9134-8827-F6713BD82D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884" y="1975465"/>
            <a:ext cx="9554232" cy="2907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331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C55CDCA0-E0A1-AB3E-810B-2133A3CD1F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6195" y="365801"/>
            <a:ext cx="7139610" cy="6126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594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abla&#10;&#10;Descripción generada automáticamente">
            <a:extLst>
              <a:ext uri="{FF2B5EF4-FFF2-40B4-BE49-F238E27FC236}">
                <a16:creationId xmlns:a16="http://schemas.microsoft.com/office/drawing/2014/main" id="{0F63A0B1-CBE5-A310-6709-CA35FC1B4E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160" y="1392537"/>
            <a:ext cx="8933679" cy="407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879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C5C84DBC-8C1D-9889-CD16-67641312CD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729" y="1037891"/>
            <a:ext cx="11050542" cy="478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982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, Carta&#10;&#10;Descripción generada automáticamente">
            <a:extLst>
              <a:ext uri="{FF2B5EF4-FFF2-40B4-BE49-F238E27FC236}">
                <a16:creationId xmlns:a16="http://schemas.microsoft.com/office/drawing/2014/main" id="{69B89CFA-FED8-B6DF-CB80-1975C8AA91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641" y="2115476"/>
            <a:ext cx="9048718" cy="2627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371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FAF0EAE9-4D98-5E9D-A26F-81F3CFB9EE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755" y="1266523"/>
            <a:ext cx="10850489" cy="432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0440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99F5B861-224B-B27A-75B9-9ABDEEFE09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70" y="828312"/>
            <a:ext cx="11888859" cy="520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916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AD1BDC3C-AF01-1FD4-9A87-B8ADD519F2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912" y="847364"/>
            <a:ext cx="11822175" cy="5163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5793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Escala de tiempo&#10;&#10;Descripción generada automáticamente">
            <a:extLst>
              <a:ext uri="{FF2B5EF4-FFF2-40B4-BE49-F238E27FC236}">
                <a16:creationId xmlns:a16="http://schemas.microsoft.com/office/drawing/2014/main" id="{4B64E43B-FB40-06C5-FA18-35AEE31A99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02" y="1542787"/>
            <a:ext cx="11431595" cy="377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6390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, Escala de tiempo&#10;&#10;Descripción generada automáticamente">
            <a:extLst>
              <a:ext uri="{FF2B5EF4-FFF2-40B4-BE49-F238E27FC236}">
                <a16:creationId xmlns:a16="http://schemas.microsoft.com/office/drawing/2014/main" id="{F2DFF91E-95DD-404E-0BFA-AF1670FAEE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1888" y="623496"/>
            <a:ext cx="9488224" cy="561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3026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Texto&#10;&#10;Descripción generada automáticamente">
            <a:extLst>
              <a:ext uri="{FF2B5EF4-FFF2-40B4-BE49-F238E27FC236}">
                <a16:creationId xmlns:a16="http://schemas.microsoft.com/office/drawing/2014/main" id="{3FFBC6AE-07C9-10E3-2BBD-89DB2F8F7A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4958" y="460361"/>
            <a:ext cx="7022083" cy="5937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2026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Descripción generada automáticamente">
            <a:extLst>
              <a:ext uri="{FF2B5EF4-FFF2-40B4-BE49-F238E27FC236}">
                <a16:creationId xmlns:a16="http://schemas.microsoft.com/office/drawing/2014/main" id="{E8B3A23C-7EB5-BEDB-10D9-F2725AFD58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618" y="1448364"/>
            <a:ext cx="9570764" cy="3961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7776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00B17FCA-74C2-7C95-8852-175C5C6B53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81" y="1190312"/>
            <a:ext cx="11736438" cy="447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7371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0673BD8D-0606-8FD0-4D22-CF803FACD7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4605" y="1296666"/>
            <a:ext cx="7682789" cy="4264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5105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ADE8DBBB-8D89-03BC-C775-DAD7855C79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316" y="505598"/>
            <a:ext cx="10469367" cy="5846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3781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Correo electrónico&#10;&#10;Descripción generada automáticamente">
            <a:extLst>
              <a:ext uri="{FF2B5EF4-FFF2-40B4-BE49-F238E27FC236}">
                <a16:creationId xmlns:a16="http://schemas.microsoft.com/office/drawing/2014/main" id="{8026C01A-5EA8-B651-A87E-47810764ED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798" y="1574145"/>
            <a:ext cx="9448404" cy="3709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6821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54B6DC2B-98FD-080E-1B4B-13AF3675BA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6658" y="292278"/>
            <a:ext cx="6758683" cy="6273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517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Escala de tiempo&#10;&#10;Descripción generada automáticamente">
            <a:extLst>
              <a:ext uri="{FF2B5EF4-FFF2-40B4-BE49-F238E27FC236}">
                <a16:creationId xmlns:a16="http://schemas.microsoft.com/office/drawing/2014/main" id="{934F47FE-0514-35F0-C53E-F2C770B101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149" y="2185814"/>
            <a:ext cx="11469701" cy="248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9109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abla&#10;&#10;Descripción generada automáticamente">
            <a:extLst>
              <a:ext uri="{FF2B5EF4-FFF2-40B4-BE49-F238E27FC236}">
                <a16:creationId xmlns:a16="http://schemas.microsoft.com/office/drawing/2014/main" id="{0409AC34-D78F-A003-997D-C15CADA754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961" y="1404941"/>
            <a:ext cx="9822077" cy="4048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0247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9B43E914-158B-DCFA-3225-B0D5E9BFFD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0919" y="185931"/>
            <a:ext cx="7590161" cy="6486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549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1EA5817E-5F78-886E-FE9E-3B01242121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18" y="752101"/>
            <a:ext cx="11926964" cy="535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1750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EC69CABA-7B27-8C19-AD53-F6CAEF0514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26" y="372743"/>
            <a:ext cx="6248348" cy="611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461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AC677AC7-F8B6-062A-BB1F-BA462AB759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719" y="613152"/>
            <a:ext cx="11212561" cy="5631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6712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Descripción generada automáticamente con confianza media">
            <a:extLst>
              <a:ext uri="{FF2B5EF4-FFF2-40B4-BE49-F238E27FC236}">
                <a16:creationId xmlns:a16="http://schemas.microsoft.com/office/drawing/2014/main" id="{45E4364F-7529-E8CC-B753-D68FC7C068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1982" y="722533"/>
            <a:ext cx="6928035" cy="5412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4823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Escala de tiempo&#10;&#10;Descripción generada automáticamente">
            <a:extLst>
              <a:ext uri="{FF2B5EF4-FFF2-40B4-BE49-F238E27FC236}">
                <a16:creationId xmlns:a16="http://schemas.microsoft.com/office/drawing/2014/main" id="{B7D38FD6-2652-B2C5-166D-9EADF5C433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176" y="995023"/>
            <a:ext cx="11631648" cy="4867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5463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3EDCEBB1-D1B6-550C-B77D-088EA5E683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9462" y="199275"/>
            <a:ext cx="7833076" cy="645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5813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1B7A058A-B499-1133-9CB0-40AE4AE1CE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334" y="1647576"/>
            <a:ext cx="11517332" cy="356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6676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Descripción generada automáticamente">
            <a:extLst>
              <a:ext uri="{FF2B5EF4-FFF2-40B4-BE49-F238E27FC236}">
                <a16:creationId xmlns:a16="http://schemas.microsoft.com/office/drawing/2014/main" id="{86DF7985-E79B-0B03-9DE2-9835A92996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0307" y="1292347"/>
            <a:ext cx="7931386" cy="4273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5284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73850147-C232-B22A-F7D5-CD7F7E501D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81" y="656838"/>
            <a:ext cx="11736438" cy="554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8155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Escala de tiempo&#10;&#10;Descripción generada automáticamente">
            <a:extLst>
              <a:ext uri="{FF2B5EF4-FFF2-40B4-BE49-F238E27FC236}">
                <a16:creationId xmlns:a16="http://schemas.microsoft.com/office/drawing/2014/main" id="{01671E83-0EC7-DD5D-559E-42DBD3164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755" y="609206"/>
            <a:ext cx="10488489" cy="563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4517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Texto&#10;&#10;Descripción generada automáticamente">
            <a:extLst>
              <a:ext uri="{FF2B5EF4-FFF2-40B4-BE49-F238E27FC236}">
                <a16:creationId xmlns:a16="http://schemas.microsoft.com/office/drawing/2014/main" id="{97B42A6E-BA7B-73F0-0426-C68670D87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1861" y="266809"/>
            <a:ext cx="6128277" cy="6324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255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Escala de tiempo&#10;&#10;Descripción generada automáticamente">
            <a:extLst>
              <a:ext uri="{FF2B5EF4-FFF2-40B4-BE49-F238E27FC236}">
                <a16:creationId xmlns:a16="http://schemas.microsoft.com/office/drawing/2014/main" id="{42967E59-D72E-DE3C-4669-242E3D4BD0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097" y="2300130"/>
            <a:ext cx="11507806" cy="22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1661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abla&#10;&#10;Descripción generada automáticamente">
            <a:extLst>
              <a:ext uri="{FF2B5EF4-FFF2-40B4-BE49-F238E27FC236}">
                <a16:creationId xmlns:a16="http://schemas.microsoft.com/office/drawing/2014/main" id="{EFBDA4F1-9A56-A679-F2FB-0761C69363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0148" y="839163"/>
            <a:ext cx="7431704" cy="5179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6693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84410C75-D776-396C-E633-8C32873AD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438" y="994258"/>
            <a:ext cx="11063124" cy="4869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2926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 con confianza media">
            <a:extLst>
              <a:ext uri="{FF2B5EF4-FFF2-40B4-BE49-F238E27FC236}">
                <a16:creationId xmlns:a16="http://schemas.microsoft.com/office/drawing/2014/main" id="{4BCCF6E4-B23C-62EE-9D12-78094663EE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149" y="532996"/>
            <a:ext cx="11469701" cy="579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9743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Descripción generada automáticamente">
            <a:extLst>
              <a:ext uri="{FF2B5EF4-FFF2-40B4-BE49-F238E27FC236}">
                <a16:creationId xmlns:a16="http://schemas.microsoft.com/office/drawing/2014/main" id="{0C42D00D-6641-8887-878E-01C0665AF2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497" y="478648"/>
            <a:ext cx="9503005" cy="590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975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464738F1-92A8-D88C-4495-DC94B6396D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070" y="1714847"/>
            <a:ext cx="11707859" cy="3428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9448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5677C141-13A7-50DF-B0C9-F8C39AB145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423" y="181375"/>
            <a:ext cx="8691153" cy="649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6118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BBB13721-E609-3494-3F91-9C9E920B2C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181" y="1894327"/>
            <a:ext cx="7925638" cy="306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3038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Escala de tiempo&#10;&#10;Descripción generada automáticamente">
            <a:extLst>
              <a:ext uri="{FF2B5EF4-FFF2-40B4-BE49-F238E27FC236}">
                <a16:creationId xmlns:a16="http://schemas.microsoft.com/office/drawing/2014/main" id="{FDBCA250-F29F-6A27-5066-6948175F7A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15" y="612301"/>
            <a:ext cx="11378569" cy="5633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6681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, Carta&#10;&#10;Descripción generada automáticamente">
            <a:extLst>
              <a:ext uri="{FF2B5EF4-FFF2-40B4-BE49-F238E27FC236}">
                <a16:creationId xmlns:a16="http://schemas.microsoft.com/office/drawing/2014/main" id="{2746B1D7-20AD-95FF-F455-B3E097DC6E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106" y="1615629"/>
            <a:ext cx="8209788" cy="3626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42713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&#10;&#10;Descripción generada automáticamente con confianza media">
            <a:extLst>
              <a:ext uri="{FF2B5EF4-FFF2-40B4-BE49-F238E27FC236}">
                <a16:creationId xmlns:a16="http://schemas.microsoft.com/office/drawing/2014/main" id="{EB674742-680E-DBC1-90BD-ECF5D43B4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12" y="2214393"/>
            <a:ext cx="11641175" cy="242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96012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&#10;&#10;Descripción generada automáticamente con confianza media">
            <a:extLst>
              <a:ext uri="{FF2B5EF4-FFF2-40B4-BE49-F238E27FC236}">
                <a16:creationId xmlns:a16="http://schemas.microsoft.com/office/drawing/2014/main" id="{83B078AB-EE26-A4FE-610A-2AF5AB10F3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462" y="2503225"/>
            <a:ext cx="11199075" cy="185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93782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92DDA7D4-70F5-B84D-A96A-4BE76C7606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800" y="349558"/>
            <a:ext cx="9990400" cy="6158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9086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202DC175-5EED-7616-A9BA-72FBFB7EC5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738" y="2669075"/>
            <a:ext cx="10836523" cy="151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76164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C7BCD35A-5729-0173-37BD-F08EB7E0FC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965" y="1838103"/>
            <a:ext cx="11784070" cy="318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16745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A928C842-8554-7508-1E42-61BFB95064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488" y="268289"/>
            <a:ext cx="6625023" cy="6321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35019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&#10;&#10;Descripción generada automáticamente">
            <a:extLst>
              <a:ext uri="{FF2B5EF4-FFF2-40B4-BE49-F238E27FC236}">
                <a16:creationId xmlns:a16="http://schemas.microsoft.com/office/drawing/2014/main" id="{C0C6ABF9-9913-8D5A-7067-628FC89014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2317" y="1064877"/>
            <a:ext cx="9407366" cy="4728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28941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32DE3645-F193-0E31-CBF0-3AFC8DA02A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865" y="879889"/>
            <a:ext cx="9804270" cy="5098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8462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23626CA9-E6D9-3651-2531-72A596D047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5976" y="337185"/>
            <a:ext cx="6240048" cy="6183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1895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BE3B413D-5AB7-2EAD-E010-4A77F978C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471" y="648322"/>
            <a:ext cx="11213058" cy="5561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07224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Descripción generada automáticamente">
            <a:extLst>
              <a:ext uri="{FF2B5EF4-FFF2-40B4-BE49-F238E27FC236}">
                <a16:creationId xmlns:a16="http://schemas.microsoft.com/office/drawing/2014/main" id="{3E9020D9-9D0B-82E9-1B6D-1EA94BC71E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5816" y="1785049"/>
            <a:ext cx="9280368" cy="328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6441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F6FD81E1-DD03-FC6D-CBB8-5DFDC8BAA5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392" y="428372"/>
            <a:ext cx="4555608" cy="6001254"/>
          </a:xfrm>
          <a:prstGeom prst="rect">
            <a:avLst/>
          </a:prstGeom>
        </p:spPr>
      </p:pic>
      <p:pic>
        <p:nvPicPr>
          <p:cNvPr id="6" name="Imagen 5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A8D9DCDD-355A-2BA2-4D83-ACFE5A6931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85920"/>
            <a:ext cx="5174409" cy="428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87129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3945AED3-1E26-94D5-907F-F948E82156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939" y="1819050"/>
            <a:ext cx="11622122" cy="3219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79377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ECF847E2-07D1-0D1F-152F-2A6D803FF7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576" y="250139"/>
            <a:ext cx="6392848" cy="6357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92327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83990A96-C4EC-B4BB-0A7D-A036CA6CC0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6515" y="2207085"/>
            <a:ext cx="8098969" cy="2443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33832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0D0865B5-91C1-77DF-D32D-D686A66C3B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018" y="894996"/>
            <a:ext cx="11745964" cy="506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5341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&#10;&#10;Descripción generada automáticamente">
            <a:extLst>
              <a:ext uri="{FF2B5EF4-FFF2-40B4-BE49-F238E27FC236}">
                <a16:creationId xmlns:a16="http://schemas.microsoft.com/office/drawing/2014/main" id="{1FCBF0E7-C66B-5DF4-1B9D-579740CE2D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5035" y="324397"/>
            <a:ext cx="6221929" cy="6209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45268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abla&#10;&#10;Descripción generada automáticamente">
            <a:extLst>
              <a:ext uri="{FF2B5EF4-FFF2-40B4-BE49-F238E27FC236}">
                <a16:creationId xmlns:a16="http://schemas.microsoft.com/office/drawing/2014/main" id="{F23160B0-ADA6-A516-2782-353F2E0EAB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838" y="1924675"/>
            <a:ext cx="9068324" cy="3008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52938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AADA352C-7B88-51A5-395E-45CF7214CB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702" y="571101"/>
            <a:ext cx="11612596" cy="571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93718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F475D33D-2C2E-A640-F78B-27C5B9A09F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9133" y="193430"/>
            <a:ext cx="4033733" cy="6471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59711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25F48343-82AC-E4AA-347B-F57594439F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6884" y="362269"/>
            <a:ext cx="5098231" cy="613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59830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56010F8B-3093-5B66-921F-31EC746040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1705" y="560384"/>
            <a:ext cx="5808590" cy="5737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12516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Aplicación, Tabla&#10;&#10;Descripción generada automáticamente">
            <a:extLst>
              <a:ext uri="{FF2B5EF4-FFF2-40B4-BE49-F238E27FC236}">
                <a16:creationId xmlns:a16="http://schemas.microsoft.com/office/drawing/2014/main" id="{58B8DB9A-D01D-4323-A9A3-226FCEC51B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9619" y="781051"/>
            <a:ext cx="7232761" cy="529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94816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FC0D37E3-CAC7-05CC-9AE0-60028E87B9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8199" y="341097"/>
            <a:ext cx="4615602" cy="6175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82979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807BD5E9-69FD-F19F-D6E8-C5BB91CDA9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1080" y="343509"/>
            <a:ext cx="5529840" cy="617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6942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89FE6F6B-35E3-D87F-9A92-B26E0C134B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271" y="464106"/>
            <a:ext cx="8627457" cy="5929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10487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Descripción generada automáticamente">
            <a:extLst>
              <a:ext uri="{FF2B5EF4-FFF2-40B4-BE49-F238E27FC236}">
                <a16:creationId xmlns:a16="http://schemas.microsoft.com/office/drawing/2014/main" id="{7C9F50EA-9195-48F3-7D48-D90A05F373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8918" y="542682"/>
            <a:ext cx="5874164" cy="577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31894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abla&#10;&#10;Descripción generada automáticamente">
            <a:extLst>
              <a:ext uri="{FF2B5EF4-FFF2-40B4-BE49-F238E27FC236}">
                <a16:creationId xmlns:a16="http://schemas.microsoft.com/office/drawing/2014/main" id="{EAFF8EC1-A7F7-A20E-D8EF-2DA5A8C66D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5491" y="1666804"/>
            <a:ext cx="7481018" cy="3524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12620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Word&#10;&#10;Descripción generada automáticamente">
            <a:extLst>
              <a:ext uri="{FF2B5EF4-FFF2-40B4-BE49-F238E27FC236}">
                <a16:creationId xmlns:a16="http://schemas.microsoft.com/office/drawing/2014/main" id="{8A6FBD2E-E9C5-549E-9E50-7336DEEAB6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803" y="291992"/>
            <a:ext cx="5710393" cy="6274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68202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CF02E0FB-58F0-87B4-CD23-9C0A3BBFF9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0954" y="342346"/>
            <a:ext cx="4890092" cy="6173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23733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2E3BD3F5-0A42-44F7-C73C-E4BB8A0A18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599" y="1037891"/>
            <a:ext cx="11812801" cy="478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28066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abla&#10;&#10;Descripción generada automáticamente">
            <a:extLst>
              <a:ext uri="{FF2B5EF4-FFF2-40B4-BE49-F238E27FC236}">
                <a16:creationId xmlns:a16="http://schemas.microsoft.com/office/drawing/2014/main" id="{E0A916FB-26A4-7F48-CBCD-769DF28552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862" y="1713216"/>
            <a:ext cx="8388275" cy="3431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03659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&#10;&#10;Descripción generada automáticamente">
            <a:extLst>
              <a:ext uri="{FF2B5EF4-FFF2-40B4-BE49-F238E27FC236}">
                <a16:creationId xmlns:a16="http://schemas.microsoft.com/office/drawing/2014/main" id="{E385AC05-B768-1DEC-20C2-CAC22FEE6A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7399" y="430590"/>
            <a:ext cx="5277201" cy="5996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11756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&#10;&#10;Descripción generada automáticamente con confianza media">
            <a:extLst>
              <a:ext uri="{FF2B5EF4-FFF2-40B4-BE49-F238E27FC236}">
                <a16:creationId xmlns:a16="http://schemas.microsoft.com/office/drawing/2014/main" id="{199B4164-D82F-A39A-E7C8-160A6662E0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6762" y="245577"/>
            <a:ext cx="5918475" cy="6366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54688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 con confianza media">
            <a:extLst>
              <a:ext uri="{FF2B5EF4-FFF2-40B4-BE49-F238E27FC236}">
                <a16:creationId xmlns:a16="http://schemas.microsoft.com/office/drawing/2014/main" id="{2B22A53F-4D27-07B0-4E38-E187AAF37C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931" y="205457"/>
            <a:ext cx="5164138" cy="6447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00516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1896369D-9F3E-3458-FA95-8CBDEADB0C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363" y="1952753"/>
            <a:ext cx="10115274" cy="295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58058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Gráfico&#10;&#10;Descripción generada automáticamente">
            <a:extLst>
              <a:ext uri="{FF2B5EF4-FFF2-40B4-BE49-F238E27FC236}">
                <a16:creationId xmlns:a16="http://schemas.microsoft.com/office/drawing/2014/main" id="{35EB6219-A4CB-F712-80BC-EC0A7E3F53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70" y="933101"/>
            <a:ext cx="11888859" cy="499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52812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abla&#10;&#10;Descripción generada automáticamente">
            <a:extLst>
              <a:ext uri="{FF2B5EF4-FFF2-40B4-BE49-F238E27FC236}">
                <a16:creationId xmlns:a16="http://schemas.microsoft.com/office/drawing/2014/main" id="{67040956-CEA4-C05D-0075-DB99DC63A3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0434" y="413748"/>
            <a:ext cx="6751131" cy="6030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52803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Escala de tiempo&#10;&#10;Descripción generada automáticamente">
            <a:extLst>
              <a:ext uri="{FF2B5EF4-FFF2-40B4-BE49-F238E27FC236}">
                <a16:creationId xmlns:a16="http://schemas.microsoft.com/office/drawing/2014/main" id="{C7820DBB-5012-0B79-A411-40BD5C1309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123" y="532996"/>
            <a:ext cx="10945753" cy="579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85832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Correo electrónico&#10;&#10;Descripción generada automáticamente">
            <a:extLst>
              <a:ext uri="{FF2B5EF4-FFF2-40B4-BE49-F238E27FC236}">
                <a16:creationId xmlns:a16="http://schemas.microsoft.com/office/drawing/2014/main" id="{691799D3-A92B-79E2-977A-B1317C1977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060" y="1775605"/>
            <a:ext cx="9977879" cy="330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15049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FB2FD8EF-6631-46E1-B4E8-A500164191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902" y="2398990"/>
            <a:ext cx="11606195" cy="206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29395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B9B64B1F-3F6B-30F0-AEC4-2F94740910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4593" y="268156"/>
            <a:ext cx="8602813" cy="6321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27682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CB5E55DC-DEF2-7257-F8ED-BD32F7308E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881" y="769837"/>
            <a:ext cx="7256237" cy="5318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49821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386C4915-C865-BF82-1D1E-0DB5E0B14B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864" y="421257"/>
            <a:ext cx="8736271" cy="6015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62001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176EC9F4-E08A-CE9B-1226-42E0D8CA82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18" y="804496"/>
            <a:ext cx="11926964" cy="524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05545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, Carta&#10;&#10;Descripción generada automáticamente">
            <a:extLst>
              <a:ext uri="{FF2B5EF4-FFF2-40B4-BE49-F238E27FC236}">
                <a16:creationId xmlns:a16="http://schemas.microsoft.com/office/drawing/2014/main" id="{3454C42A-8075-B230-CEF1-C10E5FBCCD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4864" y="1595304"/>
            <a:ext cx="7742271" cy="3667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62649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Escala de tiempo&#10;&#10;Descripción generada automáticamente">
            <a:extLst>
              <a:ext uri="{FF2B5EF4-FFF2-40B4-BE49-F238E27FC236}">
                <a16:creationId xmlns:a16="http://schemas.microsoft.com/office/drawing/2014/main" id="{DFECED89-27B7-3E4F-9C0F-A17E13F0D2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465" y="2123893"/>
            <a:ext cx="11603069" cy="261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74379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, Carta&#10;&#10;Descripción generada automáticamente">
            <a:extLst>
              <a:ext uri="{FF2B5EF4-FFF2-40B4-BE49-F238E27FC236}">
                <a16:creationId xmlns:a16="http://schemas.microsoft.com/office/drawing/2014/main" id="{78867C11-3428-913D-44B6-4D6FEDE42D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4498" y="1105287"/>
            <a:ext cx="7043004" cy="464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82853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F464E431-3A9C-69C5-3E15-8010278994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665" y="434897"/>
            <a:ext cx="8998669" cy="5988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5103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abla&#10;&#10;Descripción generada automáticamente">
            <a:extLst>
              <a:ext uri="{FF2B5EF4-FFF2-40B4-BE49-F238E27FC236}">
                <a16:creationId xmlns:a16="http://schemas.microsoft.com/office/drawing/2014/main" id="{783A6EA4-1A73-C990-FFC7-3F118FE74C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5561" y="324497"/>
            <a:ext cx="6220878" cy="620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50145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BE9BB7C1-2DB8-AB79-B085-7992CD9DB5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254" y="2390630"/>
            <a:ext cx="11755491" cy="207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49884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08A624B2-96DB-67B8-7585-C7D43B1BC9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4387" y="264662"/>
            <a:ext cx="4243226" cy="6328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98282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Descripción generada automáticamente">
            <a:extLst>
              <a:ext uri="{FF2B5EF4-FFF2-40B4-BE49-F238E27FC236}">
                <a16:creationId xmlns:a16="http://schemas.microsoft.com/office/drawing/2014/main" id="{D7C81711-9BC5-0D3C-FC84-1FBCF6B976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5418" y="1058205"/>
            <a:ext cx="9041164" cy="4741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72356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CC8CA052-9A5F-E3B9-9BDE-3570C10CC0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8085" y="1320557"/>
            <a:ext cx="6015830" cy="4216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66821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, Forma&#10;&#10;Descripción generada automáticamente">
            <a:extLst>
              <a:ext uri="{FF2B5EF4-FFF2-40B4-BE49-F238E27FC236}">
                <a16:creationId xmlns:a16="http://schemas.microsoft.com/office/drawing/2014/main" id="{01CB53D1-2267-790E-DA3B-7D08AAADD3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97" y="1576129"/>
            <a:ext cx="11145805" cy="370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13102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E32A4D6D-0CF9-DE7E-DC56-2F4E1837BE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6509" y="1322480"/>
            <a:ext cx="6578981" cy="4213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41443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Escala de tiempo&#10;&#10;Descripción generada automáticamente">
            <a:extLst>
              <a:ext uri="{FF2B5EF4-FFF2-40B4-BE49-F238E27FC236}">
                <a16:creationId xmlns:a16="http://schemas.microsoft.com/office/drawing/2014/main" id="{AFC899CF-5701-01AB-E83E-518EE34EBF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886" y="2166761"/>
            <a:ext cx="11660227" cy="252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27198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E48598D0-5919-7E50-3DF3-C9903C21C0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47" y="1230035"/>
            <a:ext cx="10896705" cy="4397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00902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E5B3DADB-FFDF-A270-831D-73C6A0C91E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254" y="1337970"/>
            <a:ext cx="11755491" cy="418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14320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75994498-8717-950B-D644-8BAF5FE31A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7104" y="1933705"/>
            <a:ext cx="7297792" cy="2990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46958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D1BC392F-CCC7-AC63-5295-04E6F9CBB5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909" y="261541"/>
            <a:ext cx="6682181" cy="6334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59508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E2C68BBE-D49F-9B13-0E7A-A8711BFB08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991" y="159828"/>
            <a:ext cx="9782017" cy="6538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751511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Texto&#10;&#10;Descripción generada automáticamente">
            <a:extLst>
              <a:ext uri="{FF2B5EF4-FFF2-40B4-BE49-F238E27FC236}">
                <a16:creationId xmlns:a16="http://schemas.microsoft.com/office/drawing/2014/main" id="{0AE21BF1-062C-F99A-DC31-6062E0BD83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43" y="159942"/>
            <a:ext cx="4488113" cy="6538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04840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48854CAD-0BD4-3E4C-7219-847303299F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9874" y="1809810"/>
            <a:ext cx="7172252" cy="3238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979450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A572E9B6-E671-7459-9D98-91E7EB934E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246" y="912952"/>
            <a:ext cx="10699508" cy="5032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942308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8F28AF55-B2CB-C5E8-11CF-0B1FA285B6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9610" y="1988371"/>
            <a:ext cx="7192779" cy="288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618316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37F3F83D-8C9C-B51B-8315-B5A4FF8436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465" y="1514208"/>
            <a:ext cx="11241069" cy="382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911249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BF766B7C-E90A-32A3-9AE8-99D999AD3C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2542" y="287332"/>
            <a:ext cx="5526916" cy="628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085673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, Carta&#10;&#10;Descripción generada automáticamente">
            <a:extLst>
              <a:ext uri="{FF2B5EF4-FFF2-40B4-BE49-F238E27FC236}">
                <a16:creationId xmlns:a16="http://schemas.microsoft.com/office/drawing/2014/main" id="{2F99E55C-96F5-A4EB-A54C-8A66CE4244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4500" y="744397"/>
            <a:ext cx="7423000" cy="5369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547528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606F5856-2D85-A14D-D156-03DF86EBD2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560" y="273893"/>
            <a:ext cx="3773755" cy="6310213"/>
          </a:xfrm>
          <a:prstGeom prst="rect">
            <a:avLst/>
          </a:prstGeom>
        </p:spPr>
      </p:pic>
      <p:pic>
        <p:nvPicPr>
          <p:cNvPr id="6" name="Imagen 5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BF5D656F-F695-437C-4C77-991C96C6DE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905296"/>
            <a:ext cx="5754816" cy="3047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06614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606F5856-2D85-A14D-D156-03DF86EBD2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560" y="273893"/>
            <a:ext cx="3773755" cy="6310213"/>
          </a:xfrm>
          <a:prstGeom prst="rect">
            <a:avLst/>
          </a:prstGeom>
        </p:spPr>
      </p:pic>
      <p:pic>
        <p:nvPicPr>
          <p:cNvPr id="6" name="Imagen 5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BF5D656F-F695-437C-4C77-991C96C6DE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905296"/>
            <a:ext cx="5754816" cy="3047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32963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Descripción generada automáticamente">
            <a:extLst>
              <a:ext uri="{FF2B5EF4-FFF2-40B4-BE49-F238E27FC236}">
                <a16:creationId xmlns:a16="http://schemas.microsoft.com/office/drawing/2014/main" id="{01489C25-68BC-8FDA-0DA3-86A9E5888A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5787" y="1566002"/>
            <a:ext cx="8400426" cy="3725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113193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30351F8B-0E6E-6CE2-342F-4E7386DD78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439" y="1237944"/>
            <a:ext cx="11803122" cy="438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731440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Aplicación, Escala de tiempo&#10;&#10;Descripción generada automáticamente">
            <a:extLst>
              <a:ext uri="{FF2B5EF4-FFF2-40B4-BE49-F238E27FC236}">
                <a16:creationId xmlns:a16="http://schemas.microsoft.com/office/drawing/2014/main" id="{A01F088B-7111-41FF-ADE1-9768D1872D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755" y="552048"/>
            <a:ext cx="11574490" cy="5753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24525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&#10;&#10;Descripción generada automáticamente con confianza media">
            <a:extLst>
              <a:ext uri="{FF2B5EF4-FFF2-40B4-BE49-F238E27FC236}">
                <a16:creationId xmlns:a16="http://schemas.microsoft.com/office/drawing/2014/main" id="{425FAFD1-981F-5E0B-D7A5-1C1AAEB7F7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8051" y="913490"/>
            <a:ext cx="6175898" cy="5031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573118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Descripción generada automáticamente con confianza media">
            <a:extLst>
              <a:ext uri="{FF2B5EF4-FFF2-40B4-BE49-F238E27FC236}">
                <a16:creationId xmlns:a16="http://schemas.microsoft.com/office/drawing/2014/main" id="{DE1E69DA-AF77-F574-F30C-DCDC40AB14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996" y="905374"/>
            <a:ext cx="6142007" cy="5047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272184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7A93AD3E-520E-E057-BEFE-82F1CC9A8E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9047" y="1168008"/>
            <a:ext cx="5993905" cy="4521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345496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Descripción generada automáticamente con confianza baja">
            <a:extLst>
              <a:ext uri="{FF2B5EF4-FFF2-40B4-BE49-F238E27FC236}">
                <a16:creationId xmlns:a16="http://schemas.microsoft.com/office/drawing/2014/main" id="{4790C1D3-DC17-EF4C-402E-7998ABF794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0416" y="626643"/>
            <a:ext cx="5351168" cy="560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281845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74645450-9F73-1A1F-37F3-A1DCE34BC8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39" y="2295367"/>
            <a:ext cx="11984122" cy="22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62060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Escala de tiempo&#10;&#10;Descripción generada automáticamente">
            <a:extLst>
              <a:ext uri="{FF2B5EF4-FFF2-40B4-BE49-F238E27FC236}">
                <a16:creationId xmlns:a16="http://schemas.microsoft.com/office/drawing/2014/main" id="{05136876-5572-6227-E817-270E6CAB7F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360" y="2195340"/>
            <a:ext cx="11679280" cy="246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804216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abla&#10;&#10;Descripción generada automáticamente con confianza baja">
            <a:extLst>
              <a:ext uri="{FF2B5EF4-FFF2-40B4-BE49-F238E27FC236}">
                <a16:creationId xmlns:a16="http://schemas.microsoft.com/office/drawing/2014/main" id="{1E0FA89F-7799-0C76-C139-2D0C577413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694" y="668843"/>
            <a:ext cx="4828611" cy="552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649605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Descripción generada automáticamente con confianza media">
            <a:extLst>
              <a:ext uri="{FF2B5EF4-FFF2-40B4-BE49-F238E27FC236}">
                <a16:creationId xmlns:a16="http://schemas.microsoft.com/office/drawing/2014/main" id="{2F3E85D4-2F48-931C-52D8-F996245657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3300" y="800909"/>
            <a:ext cx="5365400" cy="5256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782350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Forma&#10;&#10;Descripción generada automáticamente con confianza media">
            <a:extLst>
              <a:ext uri="{FF2B5EF4-FFF2-40B4-BE49-F238E27FC236}">
                <a16:creationId xmlns:a16="http://schemas.microsoft.com/office/drawing/2014/main" id="{1BDB8E10-F704-8245-FCFC-2956C9784F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49" y="1033128"/>
            <a:ext cx="12012701" cy="479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253836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CA7467F4-8F64-482F-3876-800516B57D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9204" y="471074"/>
            <a:ext cx="8173591" cy="591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278997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&#10;&#10;Descripción generada automáticamente con confianza media">
            <a:extLst>
              <a:ext uri="{FF2B5EF4-FFF2-40B4-BE49-F238E27FC236}">
                <a16:creationId xmlns:a16="http://schemas.microsoft.com/office/drawing/2014/main" id="{836B776F-8A67-E35F-C3C0-5F9036855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530" y="690652"/>
            <a:ext cx="6308939" cy="5476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349701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Descripción generada automáticamente con confianza media">
            <a:extLst>
              <a:ext uri="{FF2B5EF4-FFF2-40B4-BE49-F238E27FC236}">
                <a16:creationId xmlns:a16="http://schemas.microsoft.com/office/drawing/2014/main" id="{A8545F6B-D46C-5D95-CA8C-E3C7E0DB88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4509" y="949118"/>
            <a:ext cx="4562982" cy="4959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009483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6668553E-FA8B-4765-6F7B-A2283F728A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7572" y="742575"/>
            <a:ext cx="9716856" cy="537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201696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 con confianza baja">
            <a:extLst>
              <a:ext uri="{FF2B5EF4-FFF2-40B4-BE49-F238E27FC236}">
                <a16:creationId xmlns:a16="http://schemas.microsoft.com/office/drawing/2014/main" id="{319E1701-BB30-CFF9-E3D6-A79316109B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044" y="594917"/>
            <a:ext cx="11545911" cy="566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8854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</TotalTime>
  <Words>5</Words>
  <Application>Microsoft Office PowerPoint</Application>
  <PresentationFormat>Panorámica</PresentationFormat>
  <Paragraphs>1</Paragraphs>
  <Slides>136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136</vt:i4>
      </vt:variant>
    </vt:vector>
  </HeadingPairs>
  <TitlesOfParts>
    <vt:vector size="140" baseType="lpstr">
      <vt:lpstr>Arial</vt:lpstr>
      <vt:lpstr>Calibri</vt:lpstr>
      <vt:lpstr>Calibri Light</vt:lpstr>
      <vt:lpstr>Tema de Office</vt:lpstr>
      <vt:lpstr>Metodologías de Desarrollo - RUP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Metodologías de Desarrollo - RUP</dc:title>
  <dc:creator>DIEGO MATIAS OBANDO AGUILERA</dc:creator>
  <cp:lastModifiedBy>DIEGO MATIAS OBANDO AGUILERA</cp:lastModifiedBy>
  <cp:revision>2</cp:revision>
  <dcterms:created xsi:type="dcterms:W3CDTF">2025-11-04T10:13:47Z</dcterms:created>
  <dcterms:modified xsi:type="dcterms:W3CDTF">2025-11-04T11:50:43Z</dcterms:modified>
</cp:coreProperties>
</file>