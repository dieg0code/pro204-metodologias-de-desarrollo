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809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76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238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294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47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331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57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949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61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254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07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42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A0A0F2-A9E9-76A8-1FDA-FCBD346858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117" y="952500"/>
            <a:ext cx="4124557" cy="35242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CL" sz="4100"/>
              <a:t>Metodologías de Desarrollo – Evolución de las Metodologías Tradicionales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>
            <a:extLst>
              <a:ext uri="{FF2B5EF4-FFF2-40B4-BE49-F238E27FC236}">
                <a16:creationId xmlns:a16="http://schemas.microsoft.com/office/drawing/2014/main" id="{18EB7C8A-A9C2-8F4F-FB38-2EC80195FD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096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405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BAE4DF66-81C7-C0D1-C8CD-52CB492C98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97" y="571101"/>
            <a:ext cx="11688806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965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54F2ABDE-8931-53D4-EF1D-D28FC9DA7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18" y="747338"/>
            <a:ext cx="11745964" cy="536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212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103E4CC0-AB5B-116A-59FB-81103DBFA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70" y="2271551"/>
            <a:ext cx="11707859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921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F1B6BFF8-0CEB-BD75-1E52-5171D94B3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46" y="450165"/>
            <a:ext cx="11915334" cy="571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147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, Escala de tiempo&#10;&#10;Descripción generada automáticamente">
            <a:extLst>
              <a:ext uri="{FF2B5EF4-FFF2-40B4-BE49-F238E27FC236}">
                <a16:creationId xmlns:a16="http://schemas.microsoft.com/office/drawing/2014/main" id="{5B5431B9-D288-7D88-17A5-5278ADC5D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031" y="388843"/>
            <a:ext cx="10689938" cy="608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742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DCF0DC37-DA80-5316-8F71-D8D7DF47C6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13" y="2175623"/>
            <a:ext cx="11381374" cy="250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219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24C6ED85-1191-6C0D-2CB8-AEBFABBE3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70" y="618733"/>
            <a:ext cx="11526859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369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CA4D2949-B14E-F8FE-47CB-6C6ECBDC4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814" y="262099"/>
            <a:ext cx="7176372" cy="633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633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E6BF4EC1-1508-A897-DEED-D10B9AB31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837" y="925815"/>
            <a:ext cx="5822326" cy="500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12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38F32DDE-F2A5-3AC7-B362-1605C5162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50" y="884151"/>
            <a:ext cx="10730699" cy="508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17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B1C022BC-53CD-C827-51C9-8FDD0938C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218" y="1581844"/>
            <a:ext cx="7681563" cy="369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098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BE7A5477-D104-8978-E85B-6431DE979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952" y="352276"/>
            <a:ext cx="7632095" cy="615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076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19658087-2E4B-DC78-926A-13B119E92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498" y="2260309"/>
            <a:ext cx="9433003" cy="233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994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1EEBDDAD-B5DC-87FD-50B0-31A2AAFF9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743" y="379146"/>
            <a:ext cx="10748514" cy="609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252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3CFB66D6-E3D1-7525-6531-3E2E205817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458" y="282800"/>
            <a:ext cx="9009083" cy="629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60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554C0935-EC66-0289-D94A-5C12AD530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86" y="1204602"/>
            <a:ext cx="11660227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970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B639F8B2-60B5-52B2-280A-4D14B5F30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49" y="2061971"/>
            <a:ext cx="11650701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880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A71E8736-1DF7-A15F-C8CD-8F87C4766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07" y="1833372"/>
            <a:ext cx="11717385" cy="319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950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4348C58F-87F6-8163-9E55-B756413CF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12" y="928338"/>
            <a:ext cx="11641175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46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1B2080BA-6D3F-7305-90BE-C4669FD3F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233" y="766390"/>
            <a:ext cx="2486372" cy="5325218"/>
          </a:xfrm>
          <a:prstGeom prst="rect">
            <a:avLst/>
          </a:prstGeom>
        </p:spPr>
      </p:pic>
      <p:pic>
        <p:nvPicPr>
          <p:cNvPr id="6" name="Imagen 5" descr="Diagrama&#10;&#10;Descripción generada automáticamente">
            <a:extLst>
              <a:ext uri="{FF2B5EF4-FFF2-40B4-BE49-F238E27FC236}">
                <a16:creationId xmlns:a16="http://schemas.microsoft.com/office/drawing/2014/main" id="{635B8D7B-6255-5D11-7A2C-2470503CED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994" y="1214128"/>
            <a:ext cx="2286319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570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C5711A53-C638-8969-7BCD-72E9EEED3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843" y="682992"/>
            <a:ext cx="4672313" cy="549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2183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 con confianza media">
            <a:extLst>
              <a:ext uri="{FF2B5EF4-FFF2-40B4-BE49-F238E27FC236}">
                <a16:creationId xmlns:a16="http://schemas.microsoft.com/office/drawing/2014/main" id="{A428584F-00FE-E967-5787-7386104DC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292" y="777802"/>
            <a:ext cx="5287415" cy="530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0452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 con confianza media">
            <a:extLst>
              <a:ext uri="{FF2B5EF4-FFF2-40B4-BE49-F238E27FC236}">
                <a16:creationId xmlns:a16="http://schemas.microsoft.com/office/drawing/2014/main" id="{A6F86E07-0080-F15B-CCD5-1A44C8698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997" y="583769"/>
            <a:ext cx="5564006" cy="569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0787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8D7349DF-7E42-D264-E2D9-FDB30E1E87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719" y="373742"/>
            <a:ext cx="10334562" cy="611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6027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F5D7B957-1DD9-6A09-D1F8-EE810A9B0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61" y="1686073"/>
            <a:ext cx="10757878" cy="348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205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5B1252AE-3FA2-45AC-C238-C0F311450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430" y="321438"/>
            <a:ext cx="6461139" cy="621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730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FD2101B6-A9FB-6980-0E2E-704D528E5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241" y="1231471"/>
            <a:ext cx="11397517" cy="439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789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550D490C-C878-2067-A07B-71F8B229F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547" y="476944"/>
            <a:ext cx="6212906" cy="590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517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 con confianza media">
            <a:extLst>
              <a:ext uri="{FF2B5EF4-FFF2-40B4-BE49-F238E27FC236}">
                <a16:creationId xmlns:a16="http://schemas.microsoft.com/office/drawing/2014/main" id="{FD3D30F2-81D1-5C24-003D-3365581E47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16" y="611025"/>
            <a:ext cx="10244167" cy="563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269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2E5D14BE-1A08-7524-D97C-7200B8AC4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453" y="292240"/>
            <a:ext cx="6079093" cy="627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542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2B413A9D-3158-3D08-1A4E-D00E3953D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756" y="1516429"/>
            <a:ext cx="8112488" cy="382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0022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9B3B2B05-76E7-1F3D-D5B8-10059B253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97" y="1933366"/>
            <a:ext cx="10783805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042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5DFDEC6F-6C74-0FB9-7D6E-BC5314690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60" y="694805"/>
            <a:ext cx="7523080" cy="546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7271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21A3F151-92A4-8B55-4FBD-AF4726E564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81" y="1538023"/>
            <a:ext cx="11555438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5618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D61E8DBF-50A5-F1B4-88C7-BC7AD0A0EE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02" y="521309"/>
            <a:ext cx="10331795" cy="581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6100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129AF447-FF4B-F7F2-4A61-811848326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801" y="1168003"/>
            <a:ext cx="11082398" cy="452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0237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0E0723EC-1E92-10EF-1198-0FA54D3C8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30" y="1884410"/>
            <a:ext cx="11101739" cy="308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1693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8C9F4FFE-6EA6-6631-9959-30A2E3295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603" y="485058"/>
            <a:ext cx="9318793" cy="588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9858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F7331502-2DCB-0793-EB82-5759E8F95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44" y="1616844"/>
            <a:ext cx="11585511" cy="362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4054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0B9E6504-B86B-5484-248E-1E6E7722C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553" y="393563"/>
            <a:ext cx="8602894" cy="607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1795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F7188E05-F730-F3CA-A2FD-57BEF36530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0703" y="398584"/>
            <a:ext cx="6350593" cy="606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7782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D362BB22-845A-C5D6-3ED0-018C03155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074" y="659365"/>
            <a:ext cx="10021851" cy="553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3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 con confianza media">
            <a:extLst>
              <a:ext uri="{FF2B5EF4-FFF2-40B4-BE49-F238E27FC236}">
                <a16:creationId xmlns:a16="http://schemas.microsoft.com/office/drawing/2014/main" id="{A012C83D-DFAF-54DA-8A2B-AABC07E9B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003" y="295337"/>
            <a:ext cx="7337993" cy="6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8144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&#10;&#10;Descripción generada automáticamente con confianza baja">
            <a:extLst>
              <a:ext uri="{FF2B5EF4-FFF2-40B4-BE49-F238E27FC236}">
                <a16:creationId xmlns:a16="http://schemas.microsoft.com/office/drawing/2014/main" id="{91755D45-DCF4-579D-35E4-9C197D1B87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507" y="421809"/>
            <a:ext cx="10230986" cy="601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4995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abla&#10;&#10;Descripción generada automáticamente">
            <a:extLst>
              <a:ext uri="{FF2B5EF4-FFF2-40B4-BE49-F238E27FC236}">
                <a16:creationId xmlns:a16="http://schemas.microsoft.com/office/drawing/2014/main" id="{18BC8672-119C-3B12-268D-626DABABE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564" y="164819"/>
            <a:ext cx="6224871" cy="652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7957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68F411E5-0B3A-05F3-5BFC-1C08A5322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966" y="1441459"/>
            <a:ext cx="8068067" cy="397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290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4A48C216-274F-3BB4-DFCE-656D113D3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838" y="554929"/>
            <a:ext cx="9434324" cy="574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4351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C72D1878-EB58-DA76-A046-60585DDF8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76" y="2090550"/>
            <a:ext cx="10907647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7080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59919F14-6C5E-9E44-26F2-78EC19D2C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1444" y="362052"/>
            <a:ext cx="6329112" cy="613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0527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4B0D618E-244D-82D1-1325-455E133DE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03" y="969112"/>
            <a:ext cx="10986194" cy="491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2358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136B96D7-8309-F505-4ADA-9B9DD46D9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688" y="209665"/>
            <a:ext cx="6594624" cy="643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4262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98BECA0D-FF11-4267-4361-0E5D20F36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328" y="1623160"/>
            <a:ext cx="9367343" cy="36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9542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D811D242-76FA-A8E2-5448-984017D59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166" y="223924"/>
            <a:ext cx="5823668" cy="641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7938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317293A0-4C59-5363-8107-B789683CA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967" y="1454844"/>
            <a:ext cx="9064066" cy="394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5301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6D26D091-63A5-0B52-6F30-48EB8B139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092" y="1122401"/>
            <a:ext cx="8007815" cy="461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9943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, Escala de tiempo&#10;&#10;Descripción generada automáticamente">
            <a:extLst>
              <a:ext uri="{FF2B5EF4-FFF2-40B4-BE49-F238E27FC236}">
                <a16:creationId xmlns:a16="http://schemas.microsoft.com/office/drawing/2014/main" id="{07DC757C-ED3C-A537-C704-56EDABF7BA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79" y="282813"/>
            <a:ext cx="10248242" cy="629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3958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BEE7835D-A672-4AF5-CA5B-CD679417A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69" y="2254215"/>
            <a:ext cx="10441061" cy="234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7893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CD5591C2-A4F1-2761-2288-920E6576C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401" y="205521"/>
            <a:ext cx="7815198" cy="644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5010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672F407A-EACD-16B9-C296-0624192D9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76" y="487430"/>
            <a:ext cx="10249047" cy="588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3159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248D0DDC-E3FA-D678-5AF6-2E5DE6634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45" y="515939"/>
            <a:ext cx="3458058" cy="5572903"/>
          </a:xfrm>
          <a:prstGeom prst="rect">
            <a:avLst/>
          </a:prstGeom>
        </p:spPr>
      </p:pic>
      <p:pic>
        <p:nvPicPr>
          <p:cNvPr id="6" name="Imagen 5" descr="Diagrama&#10;&#10;Descripción generada automáticamente">
            <a:extLst>
              <a:ext uri="{FF2B5EF4-FFF2-40B4-BE49-F238E27FC236}">
                <a16:creationId xmlns:a16="http://schemas.microsoft.com/office/drawing/2014/main" id="{4B04A3AD-B71C-4B08-4BFF-493713A234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694" y="830308"/>
            <a:ext cx="3048425" cy="5258534"/>
          </a:xfrm>
          <a:prstGeom prst="rect">
            <a:avLst/>
          </a:prstGeom>
        </p:spPr>
      </p:pic>
      <p:pic>
        <p:nvPicPr>
          <p:cNvPr id="8" name="Imagen 7" descr="Diagrama&#10;&#10;Descripción generada automáticamente">
            <a:extLst>
              <a:ext uri="{FF2B5EF4-FFF2-40B4-BE49-F238E27FC236}">
                <a16:creationId xmlns:a16="http://schemas.microsoft.com/office/drawing/2014/main" id="{DBC1CE16-F6FF-B1BA-BE91-9BFAF56193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083" y="854926"/>
            <a:ext cx="2991267" cy="5229955"/>
          </a:xfrm>
          <a:prstGeom prst="rect">
            <a:avLst/>
          </a:prstGeom>
        </p:spPr>
      </p:pic>
      <p:pic>
        <p:nvPicPr>
          <p:cNvPr id="10" name="Imagen 9" descr="Diagrama&#10;&#10;Descripción generada automáticamente">
            <a:extLst>
              <a:ext uri="{FF2B5EF4-FFF2-40B4-BE49-F238E27FC236}">
                <a16:creationId xmlns:a16="http://schemas.microsoft.com/office/drawing/2014/main" id="{BBDB3ECF-727C-107D-94EF-4CA664EBCB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0251" y="918673"/>
            <a:ext cx="3077004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5575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1063C44A-BC26-0C73-4643-859587804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497" y="814022"/>
            <a:ext cx="3439005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7449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0F6B15B3-23C2-A67C-B9E3-16DBC477A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60" y="728285"/>
            <a:ext cx="11317279" cy="54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1176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F65F9EB8-8FD1-7652-C683-7275F721B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6497" y="2134879"/>
            <a:ext cx="7799006" cy="258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40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B38203B6-ADE0-E01F-09E0-407C4FC5B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362" y="733060"/>
            <a:ext cx="10457276" cy="539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3921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23D886DF-D589-614D-9766-E862D3CE7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23" y="858130"/>
            <a:ext cx="11669754" cy="486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9521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Texto&#10;&#10;Descripción generada automáticamente">
            <a:extLst>
              <a:ext uri="{FF2B5EF4-FFF2-40B4-BE49-F238E27FC236}">
                <a16:creationId xmlns:a16="http://schemas.microsoft.com/office/drawing/2014/main" id="{AC516999-30CE-01C0-416B-D5EA378513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219" y="502504"/>
            <a:ext cx="10045561" cy="585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47097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28A9B0D3-DDC4-BE53-B8C2-A6139A80B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18" y="2181051"/>
            <a:ext cx="11745964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29896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609A78F6-BF6F-F4C2-2B95-400515412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757" y="357708"/>
            <a:ext cx="6892486" cy="614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676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39E83343-011B-B696-9BA9-C6117B136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106" y="1152856"/>
            <a:ext cx="6967787" cy="455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0964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EC17665C-FC41-600F-A66D-180CBE196E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588" y="445593"/>
            <a:ext cx="7502824" cy="596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75356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0D5DD5C8-50CB-290B-5A24-5821F8C7A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096" y="1138886"/>
            <a:ext cx="6491808" cy="458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80328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A2D9B727-04B2-2448-E9CD-B58AE8DA4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420" y="411325"/>
            <a:ext cx="6997159" cy="603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78965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395BC2BE-931C-9643-D861-0F7461E67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488" y="1059455"/>
            <a:ext cx="7071024" cy="473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60710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61CE01DB-7DBF-671F-0F5A-59BB556F6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808" y="317667"/>
            <a:ext cx="7462384" cy="622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16256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D301F639-AEA4-25DE-9CC3-84959DCDA4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076" y="1184050"/>
            <a:ext cx="5973848" cy="448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38275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E481740F-0C1D-BB95-9D44-43C7E5BF2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856" y="425581"/>
            <a:ext cx="7280287" cy="600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00636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, Aplicación&#10;&#10;Descripción generada automáticamente">
            <a:extLst>
              <a:ext uri="{FF2B5EF4-FFF2-40B4-BE49-F238E27FC236}">
                <a16:creationId xmlns:a16="http://schemas.microsoft.com/office/drawing/2014/main" id="{3ADE8CFF-F500-6C50-96AC-8BF11B139F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490" y="1100030"/>
            <a:ext cx="6063019" cy="465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28139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389B537D-6283-EE9F-6CE3-E6DCF8E09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197" y="236544"/>
            <a:ext cx="9887606" cy="638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55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96361C94-03D8-BFD5-7F5C-3ECFD0C31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49" y="761005"/>
            <a:ext cx="10722702" cy="533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70251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Una captura de pantalla de un celular con texto&#10;&#10;Descripción generada automáticamente con confianza media">
            <a:extLst>
              <a:ext uri="{FF2B5EF4-FFF2-40B4-BE49-F238E27FC236}">
                <a16:creationId xmlns:a16="http://schemas.microsoft.com/office/drawing/2014/main" id="{84632CEA-3D88-936D-87EE-90CAF9C55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091" y="1646421"/>
            <a:ext cx="9873818" cy="356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0049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F34FF02E-893D-287C-8000-164A9094B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02" y="2109603"/>
            <a:ext cx="11612596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32274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D01B1A5B-689C-7564-0A34-EE334B4A2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0" y="1828261"/>
            <a:ext cx="12080839" cy="320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48396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5FF91781-2131-E06F-BF04-E10DA3F7F1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46" y="2038157"/>
            <a:ext cx="11337308" cy="278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08186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C5B2289F-CB62-128C-E61E-B22C11E00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86" y="937865"/>
            <a:ext cx="11841227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4547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917CA58D-8E70-9104-F7D8-736C1F605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945" y="1543406"/>
            <a:ext cx="9368110" cy="377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34089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CE783698-BFE9-CFF7-1B7A-76FCE4FA74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76" y="733049"/>
            <a:ext cx="11450648" cy="53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22209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ABA559BF-E1BB-2342-E07B-F5C20FC304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560" y="90539"/>
            <a:ext cx="6582880" cy="667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5621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D4B010F3-A7C9-02C8-703E-6896ECB34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910" y="627187"/>
            <a:ext cx="8108179" cy="560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54319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A8692AFF-AE43-5EBD-DDAA-94132A121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54" y="1410174"/>
            <a:ext cx="11755491" cy="403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1271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13D8910F-3E83-4B06-9B22-AD1E00011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636" y="1287748"/>
            <a:ext cx="8066728" cy="428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09626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F9B92E3B-3DE3-8A7A-A460-B2E5B3CBA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761" y="413233"/>
            <a:ext cx="6966478" cy="603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43552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436C741D-0C14-CA12-A1E9-DF17A0154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944" y="1655007"/>
            <a:ext cx="8588112" cy="354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30903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86059A69-09D7-4679-8FFF-224780D6B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490" y="301635"/>
            <a:ext cx="4987020" cy="625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9171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 con confianza media">
            <a:extLst>
              <a:ext uri="{FF2B5EF4-FFF2-40B4-BE49-F238E27FC236}">
                <a16:creationId xmlns:a16="http://schemas.microsoft.com/office/drawing/2014/main" id="{8ABE92A7-6585-ABAD-AEC0-7FE296EB6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58" y="571831"/>
            <a:ext cx="10872684" cy="571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71668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9142B0DE-B9EF-DE6A-078B-11FB26D01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622" y="1360167"/>
            <a:ext cx="8494755" cy="413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73933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8DDA6C64-A657-76C3-47AB-85E258983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38" y="378182"/>
            <a:ext cx="10716724" cy="610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77681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C0A10D9C-254A-4DBE-A0EF-4CC776A08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28" y="200022"/>
            <a:ext cx="10346943" cy="645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72762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</Words>
  <Application>Microsoft Office PowerPoint</Application>
  <PresentationFormat>Panorámica</PresentationFormat>
  <Paragraphs>1</Paragraphs>
  <Slides>98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98</vt:i4>
      </vt:variant>
    </vt:vector>
  </HeadingPairs>
  <TitlesOfParts>
    <vt:vector size="101" baseType="lpstr">
      <vt:lpstr>Arial</vt:lpstr>
      <vt:lpstr>Grandview Display</vt:lpstr>
      <vt:lpstr>DashVTI</vt:lpstr>
      <vt:lpstr>Metodologías de Desarrollo – Evolución de las Metodologías Tradicionales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Metodologías de Desarrollo – Evolución de las Metodologías Tradicionales</dc:title>
  <dc:creator>DIEGO MATIAS OBANDO AGUILERA</dc:creator>
  <cp:lastModifiedBy>DIEGO MATIAS OBANDO AGUILERA</cp:lastModifiedBy>
  <cp:revision>1</cp:revision>
  <dcterms:created xsi:type="dcterms:W3CDTF">2025-11-03T08:33:11Z</dcterms:created>
  <dcterms:modified xsi:type="dcterms:W3CDTF">2025-11-03T09:25:45Z</dcterms:modified>
</cp:coreProperties>
</file>