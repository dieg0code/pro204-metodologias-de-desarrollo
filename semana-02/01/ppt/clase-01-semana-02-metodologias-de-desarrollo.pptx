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viewProps" Target="view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167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272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58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172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417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998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412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58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009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6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575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9508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5FCD052-FF34-7A18-CCEB-3F470267AB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914400"/>
            <a:ext cx="5195889" cy="131673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Clase 01 - Semana 02 - Metodologías de Desarrollo - Prototipo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2B951FD-94F7-E138-3EC2-A66A551D9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ítulo 2">
            <a:extLst>
              <a:ext uri="{FF2B5EF4-FFF2-40B4-BE49-F238E27FC236}">
                <a16:creationId xmlns:a16="http://schemas.microsoft.com/office/drawing/2014/main" id="{8E23D02B-E381-C405-9F63-E29AA7B118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2231136"/>
            <a:ext cx="5195889" cy="3931920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b="0" i="0">
                <a:effectLst/>
              </a:rPr>
              <a:t>Unidad 01: Metodologías de Desarrollo Tradicionales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b="0" i="0">
                <a:effectLst/>
              </a:rPr>
              <a:t>Fecha: Martes 28 de octubre de 2025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b="0" i="0">
                <a:effectLst/>
              </a:rPr>
              <a:t>Duración: 2.5 horas (8:30 - 10:50)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b="0" i="0">
                <a:effectLst/>
              </a:rPr>
              <a:t>Modalidad: Presencial en Laboratorio PC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b="0" i="0">
                <a:effectLst/>
              </a:rPr>
              <a:t>Docente: Diego Obando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/>
          </a:p>
        </p:txBody>
      </p:sp>
      <p:pic>
        <p:nvPicPr>
          <p:cNvPr id="4" name="Picture 3" descr="Imagen de la pantalla de un video juego&#10;&#10;Descripción generada automáticamente con confianza baja">
            <a:extLst>
              <a:ext uri="{FF2B5EF4-FFF2-40B4-BE49-F238E27FC236}">
                <a16:creationId xmlns:a16="http://schemas.microsoft.com/office/drawing/2014/main" id="{E9DBB30C-DC9D-5206-13FA-3CED5373B2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22" r="24350" b="-1"/>
          <a:stretch>
            <a:fillRect/>
          </a:stretch>
        </p:blipFill>
        <p:spPr>
          <a:xfrm>
            <a:off x="6420752" y="-1"/>
            <a:ext cx="577124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804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CC6E2CE0-875B-E777-F80B-0EBFE9FC46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0" y="814022"/>
            <a:ext cx="12041280" cy="522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745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10F16F0E-501B-0857-89EA-4AC5ED31F2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439" y="2028629"/>
            <a:ext cx="11079121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026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BF9B4138-3646-1761-68C7-5848D91391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6180" y="1071233"/>
            <a:ext cx="5839640" cy="471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193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50B2833E-8A77-6931-CA87-DA3F7CD4B9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392"/>
            <a:ext cx="12192000" cy="5659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483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Descripción generada automáticamente">
            <a:extLst>
              <a:ext uri="{FF2B5EF4-FFF2-40B4-BE49-F238E27FC236}">
                <a16:creationId xmlns:a16="http://schemas.microsoft.com/office/drawing/2014/main" id="{F09DBD81-3044-C033-3BF2-FA799A030E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2765" y="1215835"/>
            <a:ext cx="8266470" cy="4426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413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A5F19AEE-D033-9206-D5B4-705B8FA126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123" y="2328709"/>
            <a:ext cx="11669754" cy="2200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048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1318E673-6373-9A9D-71C6-718942D9AE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801" y="1695378"/>
            <a:ext cx="10624398" cy="3467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268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FEE9AC62-74C0-33A8-16FC-A337281532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572" y="1014075"/>
            <a:ext cx="9716856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418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Escala de tiempo&#10;&#10;Descripción generada automáticamente">
            <a:extLst>
              <a:ext uri="{FF2B5EF4-FFF2-40B4-BE49-F238E27FC236}">
                <a16:creationId xmlns:a16="http://schemas.microsoft.com/office/drawing/2014/main" id="{450FDFAC-9D9B-ED5A-CEEC-36BFC8D9E6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65" y="956917"/>
            <a:ext cx="11965070" cy="494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971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EEE95493-8E08-67EC-13C1-FD13A43AC4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755" y="847364"/>
            <a:ext cx="11574490" cy="516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227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 con confianza media">
            <a:extLst>
              <a:ext uri="{FF2B5EF4-FFF2-40B4-BE49-F238E27FC236}">
                <a16:creationId xmlns:a16="http://schemas.microsoft.com/office/drawing/2014/main" id="{5EE3DEF8-7FEC-E9B8-D9CB-3CBECC7C93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65" y="1914313"/>
            <a:ext cx="11965070" cy="302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066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125C1DFE-B0C1-7CF3-3363-861EC9039E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325" y="1500812"/>
            <a:ext cx="8919349" cy="385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237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E4A14C8F-AC02-53C7-D82D-699FE48D1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9655" y="898925"/>
            <a:ext cx="7832690" cy="5060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074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, Carta&#10;&#10;Descripción generada automáticamente">
            <a:extLst>
              <a:ext uri="{FF2B5EF4-FFF2-40B4-BE49-F238E27FC236}">
                <a16:creationId xmlns:a16="http://schemas.microsoft.com/office/drawing/2014/main" id="{84F8BEB3-C2D2-169E-A260-E5D8F10FC3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96" y="1893271"/>
            <a:ext cx="8801407" cy="307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346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EEF2FA26-D6E5-47E6-9CE9-F0FA896C03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557" y="1893546"/>
            <a:ext cx="11280886" cy="3070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9778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2398AC3E-178F-60C1-16E9-0FE0CE933E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922" y="1380793"/>
            <a:ext cx="9138155" cy="409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6130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F8410B66-22C0-CEFD-8B67-18678168A5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261" y="2067731"/>
            <a:ext cx="11077477" cy="2722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0498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 con confianza media">
            <a:extLst>
              <a:ext uri="{FF2B5EF4-FFF2-40B4-BE49-F238E27FC236}">
                <a16:creationId xmlns:a16="http://schemas.microsoft.com/office/drawing/2014/main" id="{362BFA8F-24EA-96F7-5455-3BA20390EF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12" y="2504946"/>
            <a:ext cx="11641175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6601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5D5DD940-E756-7653-1591-B6D69DFC91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1523"/>
            <a:ext cx="12192000" cy="517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4592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717B91D7-56B9-9779-249E-6955AAEFAA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23" y="2176287"/>
            <a:ext cx="11850754" cy="25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58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EDF1287C-73E8-BA30-D3C1-36937982D4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114" y="1865912"/>
            <a:ext cx="8571772" cy="312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6090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B08AE945-AAB6-0C62-1274-A2D6A8BCBC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888" y="1860927"/>
            <a:ext cx="9004224" cy="3136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5386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D4353D5E-3A68-AC61-BC94-971A5098F5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351" y="1736477"/>
            <a:ext cx="7697297" cy="3385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861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A60F1462-CE6B-992A-3B37-E9D6EE2103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914" y="1052181"/>
            <a:ext cx="9650172" cy="47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5883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34ACD33E-032C-3A5C-3277-741ADA3A51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796" y="1802608"/>
            <a:ext cx="8214407" cy="3252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6564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, Carta&#10;&#10;Descripción generada automáticamente">
            <a:extLst>
              <a:ext uri="{FF2B5EF4-FFF2-40B4-BE49-F238E27FC236}">
                <a16:creationId xmlns:a16="http://schemas.microsoft.com/office/drawing/2014/main" id="{939C191B-3943-13FF-C17F-78747F7D28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542" y="1528673"/>
            <a:ext cx="7896915" cy="3800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2297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D7256C3F-0D0D-2E15-C3C8-7AF84FB5BD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72" y="1232469"/>
            <a:ext cx="10120855" cy="439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2352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, Escala de tiempo&#10;&#10;Descripción generada automáticamente">
            <a:extLst>
              <a:ext uri="{FF2B5EF4-FFF2-40B4-BE49-F238E27FC236}">
                <a16:creationId xmlns:a16="http://schemas.microsoft.com/office/drawing/2014/main" id="{D2E4BA96-4CDC-9271-3A80-4EE3DB05E9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176" y="542522"/>
            <a:ext cx="11631648" cy="577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6248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E8ED44DC-8126-7BD0-6532-EF9FDDC05C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8967" y="635720"/>
            <a:ext cx="7534065" cy="5586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9480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0A8E64C4-2D17-E4B4-E9B6-D90AF88648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5444" y="914340"/>
            <a:ext cx="7481111" cy="5029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967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6F47DB4A-BC26-937A-EA86-DDFF16DFAB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9841" y="1813739"/>
            <a:ext cx="7972317" cy="3230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085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169465A5-4309-A9D3-B304-D4531B964F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2704" y="966399"/>
            <a:ext cx="7146591" cy="4925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8063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EF6F170F-FB02-15E3-3002-040CAD0545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0329" y="1083427"/>
            <a:ext cx="8111341" cy="469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7559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CD6FD57E-7E95-274A-783C-8AFE552BC1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045" y="871180"/>
            <a:ext cx="9735909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4307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C69CE43D-2189-AD98-4E63-7B40CFE51E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6519" y="855701"/>
            <a:ext cx="5978962" cy="514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724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 con confianza media">
            <a:extLst>
              <a:ext uri="{FF2B5EF4-FFF2-40B4-BE49-F238E27FC236}">
                <a16:creationId xmlns:a16="http://schemas.microsoft.com/office/drawing/2014/main" id="{AB0550E0-79BE-351B-6C0D-E4324D4B74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1263" y="664590"/>
            <a:ext cx="6209473" cy="552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2165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8B59E61B-BD2B-A8A3-9332-8F1ED70C1E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659" y="923234"/>
            <a:ext cx="9980681" cy="5011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4941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0A1A1101-FD3B-CF3F-50BC-E8B9DC6E05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86" y="2142945"/>
            <a:ext cx="11841227" cy="25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3893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Descripción generada automáticamente con confianza media">
            <a:extLst>
              <a:ext uri="{FF2B5EF4-FFF2-40B4-BE49-F238E27FC236}">
                <a16:creationId xmlns:a16="http://schemas.microsoft.com/office/drawing/2014/main" id="{8EC3EBBD-6031-D2ED-E334-EC8B08806D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101" y="766391"/>
            <a:ext cx="4991797" cy="532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8244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E66E4502-20B0-6132-235F-6AC0681F54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443" y="685417"/>
            <a:ext cx="6373114" cy="548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1150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Descripción generada automáticamente">
            <a:extLst>
              <a:ext uri="{FF2B5EF4-FFF2-40B4-BE49-F238E27FC236}">
                <a16:creationId xmlns:a16="http://schemas.microsoft.com/office/drawing/2014/main" id="{1B16A2A4-08A9-85A2-1ABB-3A5F724808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674" y="978780"/>
            <a:ext cx="8420651" cy="4900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1210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&#10;&#10;Descripción generada automáticamente con confianza baja">
            <a:extLst>
              <a:ext uri="{FF2B5EF4-FFF2-40B4-BE49-F238E27FC236}">
                <a16:creationId xmlns:a16="http://schemas.microsoft.com/office/drawing/2014/main" id="{A639D221-3363-9A58-98B8-E2D835168C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65" y="1109339"/>
            <a:ext cx="11965070" cy="463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0360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Diagrama&#10;&#10;Descripción generada automáticamente">
            <a:extLst>
              <a:ext uri="{FF2B5EF4-FFF2-40B4-BE49-F238E27FC236}">
                <a16:creationId xmlns:a16="http://schemas.microsoft.com/office/drawing/2014/main" id="{31190D6E-90D4-C260-F6E8-E4096FB843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75" y="1880971"/>
            <a:ext cx="11812649" cy="309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7024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, Carta&#10;&#10;Descripción generada automáticamente">
            <a:extLst>
              <a:ext uri="{FF2B5EF4-FFF2-40B4-BE49-F238E27FC236}">
                <a16:creationId xmlns:a16="http://schemas.microsoft.com/office/drawing/2014/main" id="{EF418CF9-8F46-066D-F0EA-D7CF3D6548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769" y="936518"/>
            <a:ext cx="8272462" cy="4984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6603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4A2C00C2-0148-AD1A-C77E-E25CCE71B8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436" y="1893242"/>
            <a:ext cx="10381128" cy="3071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7218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14BE37BE-656C-D04D-EB28-8DA162EE2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717" y="1479763"/>
            <a:ext cx="11092565" cy="389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3312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EEE30ECA-51CA-0679-4985-AB7F3783AB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274" y="1516528"/>
            <a:ext cx="7295452" cy="3824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9805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88177799-2C78-FC96-5DB5-C7DD540535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415" y="784342"/>
            <a:ext cx="7175170" cy="5289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4301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Descripción generada automáticamente">
            <a:extLst>
              <a:ext uri="{FF2B5EF4-FFF2-40B4-BE49-F238E27FC236}">
                <a16:creationId xmlns:a16="http://schemas.microsoft.com/office/drawing/2014/main" id="{690AC551-73AA-B957-C7AF-FC8710937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435" y="1812023"/>
            <a:ext cx="8489130" cy="323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4376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4BC5188B-C676-8A63-7C74-BC933EF093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292" y="955595"/>
            <a:ext cx="9985415" cy="4946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8961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Aplicación&#10;&#10;Descripción generada automáticamente">
            <a:extLst>
              <a:ext uri="{FF2B5EF4-FFF2-40B4-BE49-F238E27FC236}">
                <a16:creationId xmlns:a16="http://schemas.microsoft.com/office/drawing/2014/main" id="{B03D37BE-1145-ADCE-73C3-B9A5A588C2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644" y="884815"/>
            <a:ext cx="4938712" cy="5088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2599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B1542EEF-4407-85BE-4656-651CD50394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2567" y="599872"/>
            <a:ext cx="4386865" cy="5658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39821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49716CD3-5D22-E29D-DA3E-D0E9BE70C3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520" y="756864"/>
            <a:ext cx="8668960" cy="534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03407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E4F16E1E-50E5-88C7-7815-B0DCB3ED1F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5152" y="874373"/>
            <a:ext cx="6621696" cy="5109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36899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0F9D2215-24BC-F78A-A657-1120B7D8B4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609" y="792508"/>
            <a:ext cx="9108782" cy="5272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90637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43C89A04-591B-E3B8-8D3C-B1B0974D8B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2528" y="654408"/>
            <a:ext cx="6166943" cy="554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0080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05E63098-7DAC-FA59-CEF8-891732F35C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642" y="2056269"/>
            <a:ext cx="9066715" cy="274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48322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7AAD26A5-4C02-E353-2937-FE71B4C548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6677" y="426674"/>
            <a:ext cx="5578645" cy="6004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05901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850F6A59-F8F6-6C20-8FAA-DFEAFFF716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1152" y="2505221"/>
            <a:ext cx="7789696" cy="1847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30785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833DE4A1-EF54-2FBA-8650-27A53EFC8E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685" y="2024421"/>
            <a:ext cx="9518630" cy="2809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36746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41D59299-3776-7036-AB62-068AE377AD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1222" y="881551"/>
            <a:ext cx="5369555" cy="5094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05733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65151349-D81B-A56A-103C-CE9FC17950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1180" y="1293598"/>
            <a:ext cx="4529640" cy="4270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69461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&#10;&#10;Descripción generada automáticamente con confianza baja">
            <a:extLst>
              <a:ext uri="{FF2B5EF4-FFF2-40B4-BE49-F238E27FC236}">
                <a16:creationId xmlns:a16="http://schemas.microsoft.com/office/drawing/2014/main" id="{88CE4CED-0DAC-D73C-DC92-77C1251FFC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119" y="944098"/>
            <a:ext cx="4167761" cy="496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8696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&#10;&#10;Descripción generada automáticamente con confianza baja">
            <a:extLst>
              <a:ext uri="{FF2B5EF4-FFF2-40B4-BE49-F238E27FC236}">
                <a16:creationId xmlns:a16="http://schemas.microsoft.com/office/drawing/2014/main" id="{4F6011B6-6E19-1D1D-0E1A-5551F2AAB1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4498" y="984372"/>
            <a:ext cx="3763004" cy="4889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76664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C0125844-A819-3A93-05DC-BB0608EE2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680" y="989301"/>
            <a:ext cx="4188640" cy="4879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31385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541628F7-CFF2-0B8F-DF64-ED032744D7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357" y="763804"/>
            <a:ext cx="4683286" cy="5330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59799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, Carta&#10;&#10;Descripción generada automáticamente">
            <a:extLst>
              <a:ext uri="{FF2B5EF4-FFF2-40B4-BE49-F238E27FC236}">
                <a16:creationId xmlns:a16="http://schemas.microsoft.com/office/drawing/2014/main" id="{9F745CAB-85FC-558B-ADBA-55B89B99D6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843" y="1434490"/>
            <a:ext cx="9740313" cy="398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42905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de la pantalla de un celular con texto&#10;&#10;Descripción generada automáticamente con confianza baja">
            <a:extLst>
              <a:ext uri="{FF2B5EF4-FFF2-40B4-BE49-F238E27FC236}">
                <a16:creationId xmlns:a16="http://schemas.microsoft.com/office/drawing/2014/main" id="{18C16CED-E830-A549-D9B9-A5A56AB109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977" y="872199"/>
            <a:ext cx="4632046" cy="1714748"/>
          </a:xfrm>
          <a:prstGeom prst="rect">
            <a:avLst/>
          </a:prstGeom>
        </p:spPr>
      </p:pic>
      <p:pic>
        <p:nvPicPr>
          <p:cNvPr id="6" name="Imagen 5" descr="Texto&#10;&#10;Descripción generada automáticamente con confianza baja">
            <a:extLst>
              <a:ext uri="{FF2B5EF4-FFF2-40B4-BE49-F238E27FC236}">
                <a16:creationId xmlns:a16="http://schemas.microsoft.com/office/drawing/2014/main" id="{0F3573EF-1C93-B984-0E77-7871A84024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6392" y="2789710"/>
            <a:ext cx="2848373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5871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Descripción generada automáticamente">
            <a:extLst>
              <a:ext uri="{FF2B5EF4-FFF2-40B4-BE49-F238E27FC236}">
                <a16:creationId xmlns:a16="http://schemas.microsoft.com/office/drawing/2014/main" id="{9C6F5930-747A-E880-3AFA-D6C007817D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4349" y="1259595"/>
            <a:ext cx="4243301" cy="433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44648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E7E6B925-8A9C-38FB-1131-202BFC8304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8682" y="1285881"/>
            <a:ext cx="4134635" cy="428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26064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91E002A7-3AD2-CDEF-CF1E-A59C99C56F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4825" y="1000534"/>
            <a:ext cx="5382350" cy="485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39843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FFE577FD-539D-DCEC-FC29-97613000B0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016" y="1623635"/>
            <a:ext cx="7453968" cy="3610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95112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474523A2-0B4D-3E17-3C5B-47D5A1CBF5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334" y="1131562"/>
            <a:ext cx="6725331" cy="459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54776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29CCF257-396B-344F-FF98-ACC91B116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6812" y="628259"/>
            <a:ext cx="4658375" cy="560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64248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Escala de tiempo, Teams&#10;&#10;Descripción generada automáticamente">
            <a:extLst>
              <a:ext uri="{FF2B5EF4-FFF2-40B4-BE49-F238E27FC236}">
                <a16:creationId xmlns:a16="http://schemas.microsoft.com/office/drawing/2014/main" id="{033C779B-887B-2934-7566-5963567F1A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439" y="1318918"/>
            <a:ext cx="11803122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16774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Escala de tiempo&#10;&#10;Descripción generada automáticamente">
            <a:extLst>
              <a:ext uri="{FF2B5EF4-FFF2-40B4-BE49-F238E27FC236}">
                <a16:creationId xmlns:a16="http://schemas.microsoft.com/office/drawing/2014/main" id="{9C13165D-6607-B532-52F6-6989763881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23" y="1223654"/>
            <a:ext cx="11850754" cy="441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98731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Descripción generada automáticamente">
            <a:extLst>
              <a:ext uri="{FF2B5EF4-FFF2-40B4-BE49-F238E27FC236}">
                <a16:creationId xmlns:a16="http://schemas.microsoft.com/office/drawing/2014/main" id="{C1F602DB-8B38-91D8-9DE5-27674AB777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707" y="1293289"/>
            <a:ext cx="8602586" cy="4271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58198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AFE23967-4EEF-7197-ED57-C06F866481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620" y="1022785"/>
            <a:ext cx="10830760" cy="481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40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2A109DEE-EC47-141C-F4FD-096B40175A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678" y="766391"/>
            <a:ext cx="8916644" cy="532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51163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3DE8218E-4678-BF66-D71E-4B106D05FA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369" y="897431"/>
            <a:ext cx="6763261" cy="506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90600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0141E168-36C4-09BD-A99D-B059DB714E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005" y="933319"/>
            <a:ext cx="10673990" cy="499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26268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C9C88708-C45E-3BAC-93AD-DC02B3A87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1383" y="1496483"/>
            <a:ext cx="6969234" cy="3865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47061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A3DF97CF-550E-D986-C4FD-CC007400DF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1747" y="763259"/>
            <a:ext cx="5368505" cy="5331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88645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C7065665-927D-2803-6BDF-3AE023B0BC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653" y="842601"/>
            <a:ext cx="6582694" cy="517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12509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 con confianza media">
            <a:extLst>
              <a:ext uri="{FF2B5EF4-FFF2-40B4-BE49-F238E27FC236}">
                <a16:creationId xmlns:a16="http://schemas.microsoft.com/office/drawing/2014/main" id="{08153C5C-5BA1-F6EA-6933-C731EDF691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5166" y="843067"/>
            <a:ext cx="5461667" cy="5171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52663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F4C42217-A650-C3E9-3384-B274F69A85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5442" y="866417"/>
            <a:ext cx="7821116" cy="512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88757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72F56245-D5C8-B54E-90C2-22A740B020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0916" y="990259"/>
            <a:ext cx="6030167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54388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Escala de tiempo&#10;&#10;Descripción generada automáticamente">
            <a:extLst>
              <a:ext uri="{FF2B5EF4-FFF2-40B4-BE49-F238E27FC236}">
                <a16:creationId xmlns:a16="http://schemas.microsoft.com/office/drawing/2014/main" id="{9058CF02-599B-6F4A-ACCD-9EF234ADEF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913" y="1052181"/>
            <a:ext cx="11460174" cy="47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08176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725D0F4F-A9E1-D317-474C-CB48928B94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9568" y="1223770"/>
            <a:ext cx="6152864" cy="4410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71247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435EF6C5-8101-42A7-D75F-73C986BF70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49" y="1173509"/>
            <a:ext cx="11287301" cy="451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03129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Diagrama&#10;&#10;Descripción generada automáticamente">
            <a:extLst>
              <a:ext uri="{FF2B5EF4-FFF2-40B4-BE49-F238E27FC236}">
                <a16:creationId xmlns:a16="http://schemas.microsoft.com/office/drawing/2014/main" id="{71E14154-2252-5773-CAB7-E82FC0F542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109" y="991378"/>
            <a:ext cx="10469782" cy="4875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52190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7C18ED68-E70C-DA20-02E4-05DC35DD1C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065" y="1051809"/>
            <a:ext cx="9845870" cy="475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30596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&#10;&#10;Descripción generada automáticamente con confianza media">
            <a:extLst>
              <a:ext uri="{FF2B5EF4-FFF2-40B4-BE49-F238E27FC236}">
                <a16:creationId xmlns:a16="http://schemas.microsoft.com/office/drawing/2014/main" id="{7F62397E-FA67-ED2A-1FC9-52DA29748B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44" y="1385602"/>
            <a:ext cx="11726912" cy="408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57855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C7E6E040-51D7-94A9-B399-9E60EDC481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098" y="1336276"/>
            <a:ext cx="5375803" cy="418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95603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8766A122-6DA6-B961-64CE-A1265295A6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781" y="1085523"/>
            <a:ext cx="11012437" cy="468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71482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17B227F0-50FF-1884-8DF4-993ACCF81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4943" y="987943"/>
            <a:ext cx="4882113" cy="4882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58445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FAF8A153-F7ED-EAE2-6B1E-C00533A5D3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571" y="742575"/>
            <a:ext cx="11164858" cy="537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73334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EF309D15-CDCE-42A5-9D6F-FD47901BB6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183" y="2188418"/>
            <a:ext cx="9665634" cy="248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42735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Tabla&#10;&#10;Descripción generada automáticamente con confianza media">
            <a:extLst>
              <a:ext uri="{FF2B5EF4-FFF2-40B4-BE49-F238E27FC236}">
                <a16:creationId xmlns:a16="http://schemas.microsoft.com/office/drawing/2014/main" id="{AC466110-247C-13E4-7BE9-BC42104426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126" y="598568"/>
            <a:ext cx="5733748" cy="566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67041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D6D0C9B9-23D9-D2DD-C785-FE9964E6D5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1977" y="842451"/>
            <a:ext cx="4328045" cy="517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86162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D37EE37D-3EDA-33FA-DFA4-3B24026D85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101" y="685417"/>
            <a:ext cx="5715798" cy="548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99766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6F4C4AAD-8CBC-B36E-9593-99E2ED6BA2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212" y="948451"/>
            <a:ext cx="6299576" cy="4961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27128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0FFD1C62-EA2B-3802-4EA5-D38097729C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2079" y="942557"/>
            <a:ext cx="5907842" cy="497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0647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BDA0AAAE-B9FC-2D50-C4A4-E2059772C5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6894" y="1079096"/>
            <a:ext cx="5858212" cy="4699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68599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7F457F50-E268-20FE-62AE-11F8097272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9196" y="1149210"/>
            <a:ext cx="5153608" cy="455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932977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EDFAFF9F-A08F-01F6-3296-2529552E96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453" y="1503755"/>
            <a:ext cx="6365093" cy="3850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66625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Descripción generada automáticamente con confianza media">
            <a:extLst>
              <a:ext uri="{FF2B5EF4-FFF2-40B4-BE49-F238E27FC236}">
                <a16:creationId xmlns:a16="http://schemas.microsoft.com/office/drawing/2014/main" id="{E4432E46-46CE-01BD-8184-5D21BB69C7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109" y="416770"/>
            <a:ext cx="5641781" cy="6024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17552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1E6A5F23-05A0-30E7-9DD0-287D177039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9131" y="871736"/>
            <a:ext cx="7133738" cy="5114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661569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45</Words>
  <Application>Microsoft Office PowerPoint</Application>
  <PresentationFormat>Panorámica</PresentationFormat>
  <Paragraphs>6</Paragraphs>
  <Slides>109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109</vt:i4>
      </vt:variant>
    </vt:vector>
  </HeadingPairs>
  <TitlesOfParts>
    <vt:vector size="113" baseType="lpstr">
      <vt:lpstr>Arial</vt:lpstr>
      <vt:lpstr>Calisto MT</vt:lpstr>
      <vt:lpstr>Univers Condensed</vt:lpstr>
      <vt:lpstr>ChronicleVTI</vt:lpstr>
      <vt:lpstr>Clase 01 - Semana 02 - Metodologías de Desarrollo - Prototipo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01 - Semana 02 - Metodologías de Desarrollo - Prototipo</dc:title>
  <dc:creator>DIEGO MATIAS OBANDO AGUILERA</dc:creator>
  <cp:lastModifiedBy>DIEGO MATIAS OBANDO AGUILERA</cp:lastModifiedBy>
  <cp:revision>1</cp:revision>
  <dcterms:created xsi:type="dcterms:W3CDTF">2025-10-28T07:13:01Z</dcterms:created>
  <dcterms:modified xsi:type="dcterms:W3CDTF">2025-10-28T08:19:53Z</dcterms:modified>
</cp:coreProperties>
</file>