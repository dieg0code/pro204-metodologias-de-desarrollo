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022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849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664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60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978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60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829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083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631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9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312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73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8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A7CB31D-829F-A8DD-739B-8CCB7231BE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00074"/>
            <a:ext cx="6035040" cy="152993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Clase 02 - Semana 02 - Metodologías de Desarrollo de Software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E85DA9-8E41-1687-5CD1-47E1BF3DA3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2212848"/>
            <a:ext cx="6035041" cy="409651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- Unidad 01: Metodologías de Desarrollo Tradicionales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- Fecha: Miércoles 29 de octubre de 2025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- Duración: 2.5 horas (8:30 - 10:50)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- Modalidad: Presencial en Laboratorio PC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- Docente: Diego Obando</a:t>
            </a:r>
          </a:p>
        </p:txBody>
      </p:sp>
      <p:pic>
        <p:nvPicPr>
          <p:cNvPr id="20" name="Picture 3" descr="Gráfico, Mapa, Gráfico de dispersión&#10;&#10;Descripción generada automáticamente">
            <a:extLst>
              <a:ext uri="{FF2B5EF4-FFF2-40B4-BE49-F238E27FC236}">
                <a16:creationId xmlns:a16="http://schemas.microsoft.com/office/drawing/2014/main" id="{E5A9F542-300F-B01C-3A1A-497BBCE50A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00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627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D2CF6455-1A16-4CBD-06B1-4A05D9ABB2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12" y="866417"/>
            <a:ext cx="11641175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225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67397287-445F-0AD6-9E40-728A39FDD1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939" y="1895261"/>
            <a:ext cx="11622122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936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, Escala de tiempo&#10;&#10;Descripción generada automáticamente">
            <a:extLst>
              <a:ext uri="{FF2B5EF4-FFF2-40B4-BE49-F238E27FC236}">
                <a16:creationId xmlns:a16="http://schemas.microsoft.com/office/drawing/2014/main" id="{8BF90ED9-AA42-3B41-6685-7483A0453E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23" y="852128"/>
            <a:ext cx="11488753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937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DB20E2D5-A2CC-16A0-F79E-372BCA5A3F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15" y="2221285"/>
            <a:ext cx="10731569" cy="241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358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2EC357D5-9EA0-0591-7B04-F1256DE0B5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33" y="380866"/>
            <a:ext cx="10731534" cy="609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250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F2C13373-2636-D1B8-23FA-28408676C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466" y="1698758"/>
            <a:ext cx="9849068" cy="346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260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61DE3FAF-6F40-1EAE-7851-BEABB71E72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73" y="1583776"/>
            <a:ext cx="11081453" cy="369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894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8E0C3A4A-13B4-9F66-27A0-9A5ADEFB41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854" y="872831"/>
            <a:ext cx="10494291" cy="511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470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AB5C7EBB-9FCF-75BF-7947-C315B3A28E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76" y="1147444"/>
            <a:ext cx="11631648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556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5261ABB3-648E-B3B0-91C2-4D4089FBE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107" y="2114536"/>
            <a:ext cx="7207785" cy="262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846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9B499AA2-D7B0-6A45-ABC4-DA2236DC9C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73" y="692693"/>
            <a:ext cx="10876454" cy="5472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884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C825A57F-C777-3B54-312C-BD6D2B85E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545" y="416611"/>
            <a:ext cx="10640910" cy="2057687"/>
          </a:xfrm>
          <a:prstGeom prst="rect">
            <a:avLst/>
          </a:prstGeom>
        </p:spPr>
      </p:pic>
      <p:pic>
        <p:nvPicPr>
          <p:cNvPr id="6" name="Imagen 5" descr="Diagrama, Esquemático&#10;&#10;Descripción generada automáticamente">
            <a:extLst>
              <a:ext uri="{FF2B5EF4-FFF2-40B4-BE49-F238E27FC236}">
                <a16:creationId xmlns:a16="http://schemas.microsoft.com/office/drawing/2014/main" id="{1EABD343-8A59-79E6-EABB-7CFFAA4AE8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708" y="2869573"/>
            <a:ext cx="2924583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283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5692DEA1-6738-9B5A-B62C-2609BCB93C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367" y="828499"/>
            <a:ext cx="7899266" cy="520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347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8D15722F-0790-0925-ECB2-9F00BF7873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564" y="1173189"/>
            <a:ext cx="9680871" cy="451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262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BCF7680E-ACEE-5591-1FE6-ED0A0DDD4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766" y="450938"/>
            <a:ext cx="8624468" cy="595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668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A6B3EBF2-CD30-B4BE-801C-BABA331CDA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028" y="193034"/>
            <a:ext cx="6289944" cy="6471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829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F14F3A85-60AD-9D6B-181B-8794850B7F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847" y="797922"/>
            <a:ext cx="7810306" cy="526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930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37ADD36D-39DF-75D1-9639-7621DA1F5D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722" y="817882"/>
            <a:ext cx="8990555" cy="522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798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 con confianza media">
            <a:extLst>
              <a:ext uri="{FF2B5EF4-FFF2-40B4-BE49-F238E27FC236}">
                <a16:creationId xmlns:a16="http://schemas.microsoft.com/office/drawing/2014/main" id="{9FD1F361-2CD6-8CEF-98CD-E56078C3AF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717" y="316473"/>
            <a:ext cx="7204566" cy="622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1223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04D70D99-F6A1-CA67-163A-689234AD6E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140" y="75741"/>
            <a:ext cx="5407720" cy="670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8362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10E80671-BEF1-F402-EA0F-ED053FCE0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072" y="336519"/>
            <a:ext cx="8102434" cy="595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6095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A3613529-9A93-F67B-1306-26301DF154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819" y="1819369"/>
            <a:ext cx="11340361" cy="321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4031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647CBB19-CF51-F675-C21C-BE4A0B6718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843" y="751356"/>
            <a:ext cx="7068314" cy="535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1108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31C0A69B-69AA-345A-89AE-E52A92CC1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5" y="1476102"/>
            <a:ext cx="11993649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44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2E04F46A-BB05-C92F-36A3-21F9E3E8D0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318" y="1343928"/>
            <a:ext cx="8697364" cy="417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452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 con confianza media">
            <a:extLst>
              <a:ext uri="{FF2B5EF4-FFF2-40B4-BE49-F238E27FC236}">
                <a16:creationId xmlns:a16="http://schemas.microsoft.com/office/drawing/2014/main" id="{6FCF773A-D308-B326-A3CB-D06B1B5E2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0327" y="172087"/>
            <a:ext cx="5891345" cy="651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7063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38E0ECC2-4C0A-4997-7D33-16D00D9980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49" y="2052445"/>
            <a:ext cx="11831701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8530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 con confianza media">
            <a:extLst>
              <a:ext uri="{FF2B5EF4-FFF2-40B4-BE49-F238E27FC236}">
                <a16:creationId xmlns:a16="http://schemas.microsoft.com/office/drawing/2014/main" id="{19AEE6B3-8609-DC99-D1AE-F444934AE3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1307" y="269060"/>
            <a:ext cx="5589386" cy="631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3893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645F8B88-D518-247E-2EA3-40BE4E421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651" y="86007"/>
            <a:ext cx="5054697" cy="668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1021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317D140E-8F1A-2165-7BF6-8B3D819ED7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139" y="1686406"/>
            <a:ext cx="10135721" cy="348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084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, Aplicación, Carta, Correo electrónico&#10;&#10;Descripción generada automáticamente">
            <a:extLst>
              <a:ext uri="{FF2B5EF4-FFF2-40B4-BE49-F238E27FC236}">
                <a16:creationId xmlns:a16="http://schemas.microsoft.com/office/drawing/2014/main" id="{382B0A01-ABE0-DC75-5240-B72045F3E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346" y="1252672"/>
            <a:ext cx="8823308" cy="435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4354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5C66A4D0-AB31-8532-DE64-512200E4C4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298" y="871788"/>
            <a:ext cx="9699404" cy="511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3843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F387C5B9-A8C3-48FC-A1EB-FC1BAF6D2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298" y="2116194"/>
            <a:ext cx="11381403" cy="262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3684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8C7D374D-CC8B-CD3F-AC67-393465B65C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2" y="1228418"/>
            <a:ext cx="11974596" cy="44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7904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Escala de tiempo&#10;&#10;Descripción generada automáticamente">
            <a:extLst>
              <a:ext uri="{FF2B5EF4-FFF2-40B4-BE49-F238E27FC236}">
                <a16:creationId xmlns:a16="http://schemas.microsoft.com/office/drawing/2014/main" id="{E12A37E4-477B-7FCA-0369-CC79D737F6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348" y="861515"/>
            <a:ext cx="11431304" cy="513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980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F8396184-A74A-B31C-C613-C519F746A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722" y="1517713"/>
            <a:ext cx="9056555" cy="3822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4869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C9AFBD83-7C0A-BC0F-9E25-5F8B338E0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54" y="1118865"/>
            <a:ext cx="11936491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4008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 con confianza media">
            <a:extLst>
              <a:ext uri="{FF2B5EF4-FFF2-40B4-BE49-F238E27FC236}">
                <a16:creationId xmlns:a16="http://schemas.microsoft.com/office/drawing/2014/main" id="{FB8ACA80-2798-91CC-43C1-51B71E83E8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31" y="2088228"/>
            <a:ext cx="8077138" cy="268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6004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Escala de tiempo&#10;&#10;Descripción generada automáticamente">
            <a:extLst>
              <a:ext uri="{FF2B5EF4-FFF2-40B4-BE49-F238E27FC236}">
                <a16:creationId xmlns:a16="http://schemas.microsoft.com/office/drawing/2014/main" id="{C1C08166-A1B6-84C7-9E39-F83B56AF7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28" y="828312"/>
            <a:ext cx="11774543" cy="520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2410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066834C5-2342-FFEF-A30E-E7E8A602DC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533" y="479299"/>
            <a:ext cx="6832934" cy="589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5533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B602A663-6F08-703A-09A8-E331DD1951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24" y="1933367"/>
            <a:ext cx="10971352" cy="299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1900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EA97F308-F938-E859-2838-A3BA95466D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60" y="1842866"/>
            <a:ext cx="11679280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5499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ABAE849F-BE93-E1C0-6BA4-98875A604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763" y="140005"/>
            <a:ext cx="5162473" cy="657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004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C3C68B7A-E8CF-7896-98DB-EE6C2C15A1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9924" y="1925784"/>
            <a:ext cx="7672151" cy="3006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8925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EF08DBD6-3013-B1EC-EBCA-0C2D72D50B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523" y="273248"/>
            <a:ext cx="5836954" cy="631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266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BB6DE899-6468-444A-24A6-7649D8A0DE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146" y="394128"/>
            <a:ext cx="6457707" cy="606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1458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8EF45F5F-8C1B-BCF1-523D-7B79247D48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19" y="1842038"/>
            <a:ext cx="11206562" cy="317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8290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F61A6D00-B4F8-F9FE-B646-3C82C2354F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995" y="149240"/>
            <a:ext cx="5784010" cy="655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5366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CD024C95-0B8B-82A7-7D2F-E463A538E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54" y="904522"/>
            <a:ext cx="11755491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904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9B2F050E-ACE1-F6DE-918F-BBE42659D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4822" y="181763"/>
            <a:ext cx="5742356" cy="649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7966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E31DCC16-9CF5-726D-BAC5-12E65ED19E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6226" y="232117"/>
            <a:ext cx="5679548" cy="639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493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E385900B-E24E-8185-3038-62EF104B09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7814" y="551793"/>
            <a:ext cx="6636372" cy="575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124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&#10;&#10;Descripción generada automáticamente con confianza baja">
            <a:extLst>
              <a:ext uri="{FF2B5EF4-FFF2-40B4-BE49-F238E27FC236}">
                <a16:creationId xmlns:a16="http://schemas.microsoft.com/office/drawing/2014/main" id="{8528AB8D-0C58-F5D7-F5BD-3C873BDD7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13" y="1104862"/>
            <a:ext cx="10539573" cy="464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7618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 con confianza baja">
            <a:extLst>
              <a:ext uri="{FF2B5EF4-FFF2-40B4-BE49-F238E27FC236}">
                <a16:creationId xmlns:a16="http://schemas.microsoft.com/office/drawing/2014/main" id="{950EDEF1-77B0-F592-21DC-95F7656A91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091" y="267423"/>
            <a:ext cx="4833817" cy="6323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5922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A5CF7C34-3BAA-D27A-7EAC-DEA00E6B2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477" y="664221"/>
            <a:ext cx="6651046" cy="552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1377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58F8482B-C6F2-6C72-FE82-83E29E4F8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5729" y="91311"/>
            <a:ext cx="6080541" cy="667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4320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E5B8235C-CB9F-8A94-E9F0-0F4FC4F55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976" y="921961"/>
            <a:ext cx="7500047" cy="501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0384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CCEFCA5F-F90C-E0C6-2D50-E252B7C142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31" y="1825589"/>
            <a:ext cx="10517937" cy="320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864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D6ED5D23-38E7-E3D1-B8C9-8E95ED00B5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6100" y="249684"/>
            <a:ext cx="5939799" cy="635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7651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817ACBEA-3E20-FB51-93BA-9E8EF2B32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5045" y="864520"/>
            <a:ext cx="6461909" cy="512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07407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204FC8EE-93E8-75F7-4BA7-C7360FA06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4425" y="223437"/>
            <a:ext cx="5883150" cy="641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8165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A4515869-3DAA-AE4B-3DAC-D6C696E51F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7720" y="187791"/>
            <a:ext cx="5676559" cy="6482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79010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8DA68607-D2D4-2BA8-382A-1FAD113B2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7935" y="211016"/>
            <a:ext cx="5636130" cy="652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75067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B687B904-4C88-4963-6BD9-7C7392C47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741" y="1104156"/>
            <a:ext cx="8248518" cy="464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48328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3F91E65C-A480-5C21-DB1B-A1B4D60A06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754" y="1128704"/>
            <a:ext cx="6380492" cy="460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4278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B508CC27-F053-4443-746B-81B74FC6A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527" y="731060"/>
            <a:ext cx="7786945" cy="539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86534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, Aplicación&#10;&#10;Descripción generada automáticamente">
            <a:extLst>
              <a:ext uri="{FF2B5EF4-FFF2-40B4-BE49-F238E27FC236}">
                <a16:creationId xmlns:a16="http://schemas.microsoft.com/office/drawing/2014/main" id="{B897E3AB-612E-9A1E-5CD7-CE1ECB3F5C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556" y="1021173"/>
            <a:ext cx="6540888" cy="4815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24240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2A084821-AD8B-D28E-97A0-E979215209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0750" y="727408"/>
            <a:ext cx="6630500" cy="540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28823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, Carta&#10;&#10;Descripción generada automáticamente">
            <a:extLst>
              <a:ext uri="{FF2B5EF4-FFF2-40B4-BE49-F238E27FC236}">
                <a16:creationId xmlns:a16="http://schemas.microsoft.com/office/drawing/2014/main" id="{E39A3C9F-A100-6490-97E9-7565C4510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764" y="1792526"/>
            <a:ext cx="9014471" cy="327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12141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6C9425AF-975C-9FD2-B5CC-ED23EF8BF7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737" y="441446"/>
            <a:ext cx="11130525" cy="597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12261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Captura de pantalla de un celular con texto&#10;&#10;Descripción generada automáticamente">
            <a:extLst>
              <a:ext uri="{FF2B5EF4-FFF2-40B4-BE49-F238E27FC236}">
                <a16:creationId xmlns:a16="http://schemas.microsoft.com/office/drawing/2014/main" id="{27566C37-B1C9-E6FF-DAE5-924742BDC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552" y="2046078"/>
            <a:ext cx="10502896" cy="276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87008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B6B1D992-C957-33EF-CCDA-4BE3B8DAC6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238" y="777657"/>
            <a:ext cx="9767524" cy="530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64588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C8F215C1-D75D-42FE-76A7-BF10E23D0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2721" y="802022"/>
            <a:ext cx="6866557" cy="525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51859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0D9C82E6-5F88-305D-F4E8-81361D9E51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97" y="880707"/>
            <a:ext cx="11869806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10317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608C1F4D-39F3-3E3C-68E4-A9E916B5D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649" y="804496"/>
            <a:ext cx="11650701" cy="524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88145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A30499A7-7D47-0DBF-4CE7-26CAC838B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554" y="575589"/>
            <a:ext cx="6830892" cy="570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97001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CCE482D9-4905-444B-F0ED-1607204DBC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07" y="852128"/>
            <a:ext cx="11898385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82843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, Word&#10;&#10;Descripción generada automáticamente">
            <a:extLst>
              <a:ext uri="{FF2B5EF4-FFF2-40B4-BE49-F238E27FC236}">
                <a16:creationId xmlns:a16="http://schemas.microsoft.com/office/drawing/2014/main" id="{7E218EFE-DE8A-B389-E43C-23DFF953BC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6" y="1199839"/>
            <a:ext cx="11479227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77235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Escala de tiempo&#10;&#10;Descripción generada automáticamente con confianza baja">
            <a:extLst>
              <a:ext uri="{FF2B5EF4-FFF2-40B4-BE49-F238E27FC236}">
                <a16:creationId xmlns:a16="http://schemas.microsoft.com/office/drawing/2014/main" id="{785D5AC5-590E-736F-7B8B-F23146866A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17" y="1071409"/>
            <a:ext cx="10787765" cy="471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58749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Gráfico, Gráfico en cascada&#10;&#10;Descripción generada automáticamente">
            <a:extLst>
              <a:ext uri="{FF2B5EF4-FFF2-40B4-BE49-F238E27FC236}">
                <a16:creationId xmlns:a16="http://schemas.microsoft.com/office/drawing/2014/main" id="{39DC68F5-E135-597D-AEA0-51A6999272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28" y="513943"/>
            <a:ext cx="11774543" cy="583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4058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 con confianza baja">
            <a:extLst>
              <a:ext uri="{FF2B5EF4-FFF2-40B4-BE49-F238E27FC236}">
                <a16:creationId xmlns:a16="http://schemas.microsoft.com/office/drawing/2014/main" id="{A8173493-D767-755E-C9E2-B229C1370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35" y="1062299"/>
            <a:ext cx="7290129" cy="473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0449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&#10;&#10;Descripción generada automáticamente con confianza media">
            <a:extLst>
              <a:ext uri="{FF2B5EF4-FFF2-40B4-BE49-F238E27FC236}">
                <a16:creationId xmlns:a16="http://schemas.microsoft.com/office/drawing/2014/main" id="{AD33F4BD-E768-1787-79C6-F6C991404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0489" y="379896"/>
            <a:ext cx="6391022" cy="609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26423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7EF15804-232D-7B8A-62AD-6BD77AB60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250" y="1049642"/>
            <a:ext cx="11123499" cy="475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36695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58440284-1673-7235-E189-954798FA5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473" y="785542"/>
            <a:ext cx="6921053" cy="528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06177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666E6825-1CC8-E617-CEC1-2C76A14271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1096" y="194784"/>
            <a:ext cx="5849808" cy="646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3842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9316E5CA-8E77-CD8F-2E43-A7A71FCF72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293" y="568689"/>
            <a:ext cx="6299413" cy="572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04113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Word&#10;&#10;Descripción generada automáticamente">
            <a:extLst>
              <a:ext uri="{FF2B5EF4-FFF2-40B4-BE49-F238E27FC236}">
                <a16:creationId xmlns:a16="http://schemas.microsoft.com/office/drawing/2014/main" id="{9AFE28BA-3C74-083A-99F7-49E0E48F05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81" y="1271286"/>
            <a:ext cx="11736438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96057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23C96959-3109-BC67-37E4-6520657A8A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899" y="883212"/>
            <a:ext cx="8026202" cy="509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92947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079B5E75-C59D-7385-41DD-1839F3ACC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28" y="566338"/>
            <a:ext cx="11774543" cy="572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71750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C16E783F-3B7F-04C4-3822-CA2BD243EC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201" y="622621"/>
            <a:ext cx="10973597" cy="561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73736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4DAE7536-36E5-8475-C0FC-55A262F585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524" y="727186"/>
            <a:ext cx="6664951" cy="540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99726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F091004F-26F5-3107-08AE-0908CD211B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686" y="957664"/>
            <a:ext cx="6948628" cy="494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2286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2BF3FFE1-B274-2750-0C50-55167115E7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883" y="898642"/>
            <a:ext cx="7042234" cy="506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31492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05C96DAE-D957-9A2C-5201-B92D2BCB52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638" y="1426859"/>
            <a:ext cx="7710724" cy="4004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19567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4203CCD2-8B1D-4381-EB1B-D40DF3A75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287" y="968686"/>
            <a:ext cx="6725425" cy="4920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30612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3D742203-55F4-F27D-B9C0-4D511B327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939" y="1266461"/>
            <a:ext cx="7256122" cy="432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98274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44B36F88-262F-7FBC-F4E5-3F906B5FFE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648" y="1172441"/>
            <a:ext cx="6742704" cy="451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6586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Una captura de pantalla de un celular con texto&#10;&#10;Descripción generada automáticamente con confianza media">
            <a:extLst>
              <a:ext uri="{FF2B5EF4-FFF2-40B4-BE49-F238E27FC236}">
                <a16:creationId xmlns:a16="http://schemas.microsoft.com/office/drawing/2014/main" id="{D72691B1-E567-E8DC-800A-7B8DE4BD2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194" y="976995"/>
            <a:ext cx="7603611" cy="490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26887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64EF80C9-D7C3-929B-6BFD-5AA59E59EC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858" y="930103"/>
            <a:ext cx="7384283" cy="499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96429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069DA82D-B0D7-3F76-37B5-D8B64EB4D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85" y="1114832"/>
            <a:ext cx="10626830" cy="462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34989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Gráfico&#10;&#10;Descripción generada automáticamente con confianza media">
            <a:extLst>
              <a:ext uri="{FF2B5EF4-FFF2-40B4-BE49-F238E27FC236}">
                <a16:creationId xmlns:a16="http://schemas.microsoft.com/office/drawing/2014/main" id="{22974050-4AD7-2926-3BCB-4EA7288F30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7359" y="190695"/>
            <a:ext cx="6577281" cy="647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25838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4B82CDF9-DA4D-701D-6964-B6A653378B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948" y="644384"/>
            <a:ext cx="7930103" cy="556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48185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3783BC7B-5036-6A89-2A9E-13271DA49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825" y="1068048"/>
            <a:ext cx="6534349" cy="472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74940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Escala de tiempo&#10;&#10;Descripción generada automáticamente">
            <a:extLst>
              <a:ext uri="{FF2B5EF4-FFF2-40B4-BE49-F238E27FC236}">
                <a16:creationId xmlns:a16="http://schemas.microsoft.com/office/drawing/2014/main" id="{5C1F272C-85B4-0660-4237-D463113DA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939" y="680654"/>
            <a:ext cx="11260121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02179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A581CC9C-927A-30E5-06EA-F881ED50AD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20" y="826217"/>
            <a:ext cx="10522360" cy="5205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38531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257C5B3F-AF2C-8B55-F69B-D380AEFC11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31" y="1785604"/>
            <a:ext cx="11101738" cy="328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02018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76C6C90A-6580-8E23-9483-893BCF68F3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858" y="123324"/>
            <a:ext cx="9208283" cy="661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53968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1EDEDF01-48E9-AD3C-D361-F1D45EC37C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20" y="185592"/>
            <a:ext cx="10675759" cy="648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81427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0EDD7394-0B49-D1A4-9A44-FF9E12D920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967" y="853683"/>
            <a:ext cx="10278065" cy="515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81886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Escala de tiempo&#10;&#10;Descripción generada automáticamente con confianza media">
            <a:extLst>
              <a:ext uri="{FF2B5EF4-FFF2-40B4-BE49-F238E27FC236}">
                <a16:creationId xmlns:a16="http://schemas.microsoft.com/office/drawing/2014/main" id="{4E19A051-0DB4-4769-FAC9-F4B19FE61D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44" y="1328444"/>
            <a:ext cx="11726912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6464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4F721A01-13B8-3AEF-667F-1ECB2F0AC9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0682" y="279308"/>
            <a:ext cx="6950635" cy="629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61277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B1DFC25A-0C37-AA91-EC76-D3FFA4741C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3" y="532996"/>
            <a:ext cx="12031754" cy="579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528498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50</Words>
  <Application>Microsoft Office PowerPoint</Application>
  <PresentationFormat>Panorámica</PresentationFormat>
  <Paragraphs>6</Paragraphs>
  <Slides>113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113</vt:i4>
      </vt:variant>
    </vt:vector>
  </HeadingPairs>
  <TitlesOfParts>
    <vt:vector size="116" baseType="lpstr">
      <vt:lpstr>Arial</vt:lpstr>
      <vt:lpstr>Neue Haas Grotesk Text Pro</vt:lpstr>
      <vt:lpstr>VanillaVTI</vt:lpstr>
      <vt:lpstr>Clase 02 - Semana 02 - Metodologías de Desarrollo de Software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02 - Semana 02 - Metodologías de Desarrollo de Software</dc:title>
  <dc:creator>DIEGO MATIAS OBANDO AGUILERA</dc:creator>
  <cp:lastModifiedBy>DIEGO MATIAS OBANDO AGUILERA</cp:lastModifiedBy>
  <cp:revision>1</cp:revision>
  <dcterms:created xsi:type="dcterms:W3CDTF">2025-10-29T08:27:46Z</dcterms:created>
  <dcterms:modified xsi:type="dcterms:W3CDTF">2025-10-29T09:31:01Z</dcterms:modified>
</cp:coreProperties>
</file>